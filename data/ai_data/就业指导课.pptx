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3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4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1" r:id="rId2"/>
    <p:sldMasterId id="2147483660" r:id="rId3"/>
    <p:sldMasterId id="2147483672" r:id="rId4"/>
    <p:sldMasterId id="2147483679" r:id="rId5"/>
  </p:sldMasterIdLst>
  <p:notesMasterIdLst>
    <p:notesMasterId r:id="rId16"/>
  </p:notesMasterIdLst>
  <p:handoutMasterIdLst>
    <p:handoutMasterId r:id="rId17"/>
  </p:handoutMasterIdLst>
  <p:sldIdLst>
    <p:sldId id="280" r:id="rId6"/>
    <p:sldId id="308" r:id="rId7"/>
    <p:sldId id="467" r:id="rId8"/>
    <p:sldId id="469" r:id="rId9"/>
    <p:sldId id="474" r:id="rId10"/>
    <p:sldId id="475" r:id="rId11"/>
    <p:sldId id="478" r:id="rId12"/>
    <p:sldId id="493" r:id="rId13"/>
    <p:sldId id="489" r:id="rId14"/>
    <p:sldId id="288" r:id="rId15"/>
  </p:sldIdLst>
  <p:sldSz cx="12192000" cy="6858000"/>
  <p:notesSz cx="6858000" cy="9144000"/>
  <p:custDataLst>
    <p:tags r:id="rId1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D2B26"/>
    <a:srgbClr val="DBD8D2"/>
    <a:srgbClr val="EC2025"/>
    <a:srgbClr val="F22126"/>
    <a:srgbClr val="E5E5E5"/>
    <a:srgbClr val="0067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966" autoAdjust="0"/>
    <p:restoredTop sz="94660"/>
  </p:normalViewPr>
  <p:slideViewPr>
    <p:cSldViewPr snapToGrid="0" showGuides="1">
      <p:cViewPr varScale="1">
        <p:scale>
          <a:sx n="82" d="100"/>
          <a:sy n="82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218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tags" Target="tags/tag1.xml"/><Relationship Id="rId3" Type="http://schemas.openxmlformats.org/officeDocument/2006/relationships/slideMaster" Target="slideMasters/slideMaster3.xml"/><Relationship Id="rId21" Type="http://schemas.openxmlformats.org/officeDocument/2006/relationships/theme" Target="theme/theme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10" Type="http://schemas.openxmlformats.org/officeDocument/2006/relationships/slide" Target="slides/slide5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2E23121D-534D-C18D-86F2-F8B084E7F1B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724E421-5F99-33C1-6C60-3D67F5BBC34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11D20C-92F4-4D32-92CD-1278806BF344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4CEAC0C-2766-8EA5-AFAC-04E2AE7E12A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B69A8BD-4CEA-8355-A923-3DE76C66945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D7DA4C-D0A3-441A-A01E-F1F72C62FD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307928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2A3D24-6083-4546-8C6D-DEE86BAAAE49}" type="datetimeFigureOut">
              <a:rPr lang="zh-CN" altLang="en-US" smtClean="0"/>
              <a:t>2025/11/24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ED8765-8EF3-408C-9341-152904E414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85426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CED916A-3E34-4B9E-8F9F-7A8921A30F9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76197" y="956241"/>
            <a:ext cx="11060481" cy="533182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单击此处编辑内容</a:t>
            </a:r>
            <a:endParaRPr lang="zh-CN" altLang="en-US" dirty="0"/>
          </a:p>
        </p:txBody>
      </p:sp>
      <p:sp>
        <p:nvSpPr>
          <p:cNvPr id="8" name="标题 7">
            <a:extLst>
              <a:ext uri="{FF2B5EF4-FFF2-40B4-BE49-F238E27FC236}">
                <a16:creationId xmlns:a16="http://schemas.microsoft.com/office/drawing/2014/main" id="{E0BD5DE7-58FF-A736-CEC2-C49FBA546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196" y="336399"/>
            <a:ext cx="10747497" cy="474415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7" name="椭圆 46">
            <a:extLst>
              <a:ext uri="{FF2B5EF4-FFF2-40B4-BE49-F238E27FC236}">
                <a16:creationId xmlns:a16="http://schemas.microsoft.com/office/drawing/2014/main" id="{2828A69B-715F-4EF1-58FB-A763C01CE99E}"/>
              </a:ext>
            </a:extLst>
          </p:cNvPr>
          <p:cNvSpPr/>
          <p:nvPr userDrawn="1"/>
        </p:nvSpPr>
        <p:spPr>
          <a:xfrm>
            <a:off x="221806" y="190972"/>
            <a:ext cx="144104" cy="14410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椭圆 47">
            <a:extLst>
              <a:ext uri="{FF2B5EF4-FFF2-40B4-BE49-F238E27FC236}">
                <a16:creationId xmlns:a16="http://schemas.microsoft.com/office/drawing/2014/main" id="{D09C51A0-F849-48A7-BC23-68B1480BCFBA}"/>
              </a:ext>
            </a:extLst>
          </p:cNvPr>
          <p:cNvSpPr/>
          <p:nvPr userDrawn="1"/>
        </p:nvSpPr>
        <p:spPr>
          <a:xfrm>
            <a:off x="293858" y="224694"/>
            <a:ext cx="220764" cy="22076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3742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7">
            <a:extLst>
              <a:ext uri="{FF2B5EF4-FFF2-40B4-BE49-F238E27FC236}">
                <a16:creationId xmlns:a16="http://schemas.microsoft.com/office/drawing/2014/main" id="{FCDA8ECA-5550-1579-68CA-CC29E9FAE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626" y="335203"/>
            <a:ext cx="10737020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0F420230-886B-D4D3-2B3C-23A24A3C217F}"/>
              </a:ext>
            </a:extLst>
          </p:cNvPr>
          <p:cNvSpPr/>
          <p:nvPr userDrawn="1"/>
        </p:nvSpPr>
        <p:spPr>
          <a:xfrm>
            <a:off x="221806" y="190972"/>
            <a:ext cx="144104" cy="14410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0C47F643-5264-44DA-EC51-A1FD97EB2FDA}"/>
              </a:ext>
            </a:extLst>
          </p:cNvPr>
          <p:cNvSpPr/>
          <p:nvPr userDrawn="1"/>
        </p:nvSpPr>
        <p:spPr>
          <a:xfrm>
            <a:off x="293858" y="224694"/>
            <a:ext cx="220764" cy="22076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7642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无标题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3712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>
            <a:extLst>
              <a:ext uri="{FF2B5EF4-FFF2-40B4-BE49-F238E27FC236}">
                <a16:creationId xmlns:a16="http://schemas.microsoft.com/office/drawing/2014/main" id="{CE1A1E8E-5BFA-290B-CE2D-C63161DD862D}"/>
              </a:ext>
            </a:extLst>
          </p:cNvPr>
          <p:cNvSpPr/>
          <p:nvPr userDrawn="1"/>
        </p:nvSpPr>
        <p:spPr>
          <a:xfrm>
            <a:off x="410285" y="263623"/>
            <a:ext cx="201682" cy="20168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7">
            <a:extLst>
              <a:ext uri="{FF2B5EF4-FFF2-40B4-BE49-F238E27FC236}">
                <a16:creationId xmlns:a16="http://schemas.microsoft.com/office/drawing/2014/main" id="{28157308-7332-F855-6CD5-8994EF913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098" y="316670"/>
            <a:ext cx="9735968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7C282B3D-F354-6522-5657-ED6D2CE0D8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779" y="423789"/>
            <a:ext cx="201682" cy="201682"/>
          </a:xfrm>
          <a:prstGeom prst="rect">
            <a:avLst/>
          </a:prstGeom>
        </p:spPr>
      </p:pic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003B1F35-1C5E-4046-0266-04F81948A3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53099" y="1024932"/>
            <a:ext cx="9570540" cy="47805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此处</a:t>
            </a:r>
            <a:r>
              <a:rPr lang="en-US" altLang="zh-CN"/>
              <a:t>weight</a:t>
            </a:r>
            <a:r>
              <a:rPr lang="zh-CN" altLang="en-US"/>
              <a:t>案例内容，字体不可改，阿里巴巴惠普体</a:t>
            </a:r>
            <a:r>
              <a:rPr lang="en-US" altLang="zh-CN"/>
              <a:t>16</a:t>
            </a:r>
            <a:r>
              <a:rPr lang="zh-CN" altLang="en-US"/>
              <a:t>号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0A81A7A-9283-4012-AFC4-85E90FC61246}"/>
              </a:ext>
            </a:extLst>
          </p:cNvPr>
          <p:cNvGrpSpPr/>
          <p:nvPr userDrawn="1"/>
        </p:nvGrpSpPr>
        <p:grpSpPr>
          <a:xfrm>
            <a:off x="504134" y="308770"/>
            <a:ext cx="1212680" cy="453281"/>
            <a:chOff x="532462" y="1628775"/>
            <a:chExt cx="1212680" cy="45328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4670D28-3CCE-924C-0936-90894593722C}"/>
                </a:ext>
              </a:extLst>
            </p:cNvPr>
            <p:cNvSpPr/>
            <p:nvPr userDrawn="1"/>
          </p:nvSpPr>
          <p:spPr>
            <a:xfrm>
              <a:off x="695616" y="1668659"/>
              <a:ext cx="1031831" cy="373512"/>
            </a:xfrm>
            <a:prstGeom prst="roundRect">
              <a:avLst>
                <a:gd name="adj" fmla="val 15027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55B1B6FC-F79A-9918-E71A-665867D34C18}"/>
                </a:ext>
              </a:extLst>
            </p:cNvPr>
            <p:cNvSpPr/>
            <p:nvPr userDrawn="1"/>
          </p:nvSpPr>
          <p:spPr>
            <a:xfrm>
              <a:off x="532462" y="1628775"/>
              <a:ext cx="453281" cy="45328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831BBACC-20D7-DBD1-9827-7405F38053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8261" y="1754574"/>
              <a:ext cx="201682" cy="201682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2206755-775B-95BA-7085-C3DF286396FF}"/>
                </a:ext>
              </a:extLst>
            </p:cNvPr>
            <p:cNvSpPr txBox="1"/>
            <p:nvPr userDrawn="1"/>
          </p:nvSpPr>
          <p:spPr>
            <a:xfrm>
              <a:off x="1000760" y="1655360"/>
              <a:ext cx="7443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0">
                  <a:solidFill>
                    <a:schemeClr val="accent1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sz="2000" b="0"/>
            </a:p>
          </p:txBody>
        </p:sp>
      </p:grpSp>
    </p:spTree>
    <p:extLst>
      <p:ext uri="{BB962C8B-B14F-4D97-AF65-F5344CB8AC3E}">
        <p14:creationId xmlns:p14="http://schemas.microsoft.com/office/powerpoint/2010/main" val="3671635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>
            <a:extLst>
              <a:ext uri="{FF2B5EF4-FFF2-40B4-BE49-F238E27FC236}">
                <a16:creationId xmlns:a16="http://schemas.microsoft.com/office/drawing/2014/main" id="{CE1A1E8E-5BFA-290B-CE2D-C63161DD862D}"/>
              </a:ext>
            </a:extLst>
          </p:cNvPr>
          <p:cNvSpPr/>
          <p:nvPr userDrawn="1"/>
        </p:nvSpPr>
        <p:spPr>
          <a:xfrm>
            <a:off x="410285" y="263623"/>
            <a:ext cx="201682" cy="20168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7">
            <a:extLst>
              <a:ext uri="{FF2B5EF4-FFF2-40B4-BE49-F238E27FC236}">
                <a16:creationId xmlns:a16="http://schemas.microsoft.com/office/drawing/2014/main" id="{28157308-7332-F855-6CD5-8994EF913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098" y="316670"/>
            <a:ext cx="9735968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7C282B3D-F354-6522-5657-ED6D2CE0D8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779" y="423789"/>
            <a:ext cx="201682" cy="201682"/>
          </a:xfrm>
          <a:prstGeom prst="rect">
            <a:avLst/>
          </a:prstGeom>
        </p:spPr>
      </p:pic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003B1F35-1C5E-4046-0266-04F81948A3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53099" y="1024932"/>
            <a:ext cx="9570540" cy="47805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此处</a:t>
            </a:r>
            <a:r>
              <a:rPr lang="en-US" altLang="zh-CN"/>
              <a:t>weight</a:t>
            </a:r>
            <a:r>
              <a:rPr lang="zh-CN" altLang="en-US"/>
              <a:t>案例内容，字体不可改，阿里巴巴惠普体</a:t>
            </a:r>
            <a:r>
              <a:rPr lang="en-US" altLang="zh-CN"/>
              <a:t>16</a:t>
            </a:r>
            <a:r>
              <a:rPr lang="zh-CN" altLang="en-US"/>
              <a:t>号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0A81A7A-9283-4012-AFC4-85E90FC61246}"/>
              </a:ext>
            </a:extLst>
          </p:cNvPr>
          <p:cNvGrpSpPr/>
          <p:nvPr userDrawn="1"/>
        </p:nvGrpSpPr>
        <p:grpSpPr>
          <a:xfrm>
            <a:off x="504134" y="308770"/>
            <a:ext cx="1212680" cy="453281"/>
            <a:chOff x="532462" y="1628775"/>
            <a:chExt cx="1212680" cy="45328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4670D28-3CCE-924C-0936-90894593722C}"/>
                </a:ext>
              </a:extLst>
            </p:cNvPr>
            <p:cNvSpPr/>
            <p:nvPr userDrawn="1"/>
          </p:nvSpPr>
          <p:spPr>
            <a:xfrm>
              <a:off x="695616" y="1668659"/>
              <a:ext cx="1031831" cy="373512"/>
            </a:xfrm>
            <a:prstGeom prst="roundRect">
              <a:avLst>
                <a:gd name="adj" fmla="val 15027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55B1B6FC-F79A-9918-E71A-665867D34C18}"/>
                </a:ext>
              </a:extLst>
            </p:cNvPr>
            <p:cNvSpPr/>
            <p:nvPr userDrawn="1"/>
          </p:nvSpPr>
          <p:spPr>
            <a:xfrm>
              <a:off x="532462" y="1628775"/>
              <a:ext cx="453281" cy="45328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831BBACC-20D7-DBD1-9827-7405F38053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8261" y="1754574"/>
              <a:ext cx="201682" cy="201682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2206755-775B-95BA-7085-C3DF286396FF}"/>
                </a:ext>
              </a:extLst>
            </p:cNvPr>
            <p:cNvSpPr txBox="1"/>
            <p:nvPr userDrawn="1"/>
          </p:nvSpPr>
          <p:spPr>
            <a:xfrm>
              <a:off x="1000760" y="1655360"/>
              <a:ext cx="7443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0">
                  <a:solidFill>
                    <a:schemeClr val="accent1"/>
                  </a:solidFill>
                  <a:ea typeface="Alibaba PuHuiTi B" pitchFamily="18" charset="-122"/>
                </a:rPr>
                <a:t>步骤</a:t>
              </a:r>
              <a:endParaRPr lang="zh-CN" altLang="en-US" sz="2000" b="0"/>
            </a:p>
          </p:txBody>
        </p:sp>
      </p:grpSp>
    </p:spTree>
    <p:extLst>
      <p:ext uri="{BB962C8B-B14F-4D97-AF65-F5344CB8AC3E}">
        <p14:creationId xmlns:p14="http://schemas.microsoft.com/office/powerpoint/2010/main" val="1801550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椭圆 26">
            <a:extLst>
              <a:ext uri="{FF2B5EF4-FFF2-40B4-BE49-F238E27FC236}">
                <a16:creationId xmlns:a16="http://schemas.microsoft.com/office/drawing/2014/main" id="{CE1A1E8E-5BFA-290B-CE2D-C63161DD862D}"/>
              </a:ext>
            </a:extLst>
          </p:cNvPr>
          <p:cNvSpPr/>
          <p:nvPr userDrawn="1"/>
        </p:nvSpPr>
        <p:spPr>
          <a:xfrm>
            <a:off x="410285" y="263623"/>
            <a:ext cx="201682" cy="201682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7">
            <a:extLst>
              <a:ext uri="{FF2B5EF4-FFF2-40B4-BE49-F238E27FC236}">
                <a16:creationId xmlns:a16="http://schemas.microsoft.com/office/drawing/2014/main" id="{28157308-7332-F855-6CD5-8994EF913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3098" y="316670"/>
            <a:ext cx="9735968" cy="47441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pic>
        <p:nvPicPr>
          <p:cNvPr id="14" name="图形 13">
            <a:extLst>
              <a:ext uri="{FF2B5EF4-FFF2-40B4-BE49-F238E27FC236}">
                <a16:creationId xmlns:a16="http://schemas.microsoft.com/office/drawing/2014/main" id="{7C282B3D-F354-6522-5657-ED6D2CE0D8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779" y="423789"/>
            <a:ext cx="201682" cy="201682"/>
          </a:xfrm>
          <a:prstGeom prst="rect">
            <a:avLst/>
          </a:prstGeom>
        </p:spPr>
      </p:pic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003B1F35-1C5E-4046-0266-04F81948A3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53099" y="1024932"/>
            <a:ext cx="9570540" cy="478055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此处</a:t>
            </a:r>
            <a:r>
              <a:rPr lang="en-US" altLang="zh-CN"/>
              <a:t>weight</a:t>
            </a:r>
            <a:r>
              <a:rPr lang="zh-CN" altLang="en-US"/>
              <a:t>案例内容，字体不可改，阿里巴巴惠普体</a:t>
            </a:r>
            <a:r>
              <a:rPr lang="en-US" altLang="zh-CN"/>
              <a:t>16</a:t>
            </a:r>
            <a:r>
              <a:rPr lang="zh-CN" altLang="en-US"/>
              <a:t>号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20A81A7A-9283-4012-AFC4-85E90FC61246}"/>
              </a:ext>
            </a:extLst>
          </p:cNvPr>
          <p:cNvGrpSpPr/>
          <p:nvPr userDrawn="1"/>
        </p:nvGrpSpPr>
        <p:grpSpPr>
          <a:xfrm>
            <a:off x="504134" y="308770"/>
            <a:ext cx="1212680" cy="453281"/>
            <a:chOff x="532462" y="1628775"/>
            <a:chExt cx="1212680" cy="453281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54670D28-3CCE-924C-0936-90894593722C}"/>
                </a:ext>
              </a:extLst>
            </p:cNvPr>
            <p:cNvSpPr/>
            <p:nvPr userDrawn="1"/>
          </p:nvSpPr>
          <p:spPr>
            <a:xfrm>
              <a:off x="695616" y="1668659"/>
              <a:ext cx="1031831" cy="373512"/>
            </a:xfrm>
            <a:prstGeom prst="roundRect">
              <a:avLst>
                <a:gd name="adj" fmla="val 15027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55B1B6FC-F79A-9918-E71A-665867D34C18}"/>
                </a:ext>
              </a:extLst>
            </p:cNvPr>
            <p:cNvSpPr/>
            <p:nvPr userDrawn="1"/>
          </p:nvSpPr>
          <p:spPr>
            <a:xfrm>
              <a:off x="532462" y="1628775"/>
              <a:ext cx="453281" cy="453281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3" name="图形 22">
              <a:extLst>
                <a:ext uri="{FF2B5EF4-FFF2-40B4-BE49-F238E27FC236}">
                  <a16:creationId xmlns:a16="http://schemas.microsoft.com/office/drawing/2014/main" id="{831BBACC-20D7-DBD1-9827-7405F38053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8261" y="1754574"/>
              <a:ext cx="201682" cy="201682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2206755-775B-95BA-7085-C3DF286396FF}"/>
                </a:ext>
              </a:extLst>
            </p:cNvPr>
            <p:cNvSpPr txBox="1"/>
            <p:nvPr userDrawn="1"/>
          </p:nvSpPr>
          <p:spPr>
            <a:xfrm>
              <a:off x="1000760" y="1655360"/>
              <a:ext cx="7443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0">
                  <a:solidFill>
                    <a:schemeClr val="accent1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sz="2000" b="0"/>
            </a:p>
          </p:txBody>
        </p:sp>
      </p:grpSp>
    </p:spTree>
    <p:extLst>
      <p:ext uri="{BB962C8B-B14F-4D97-AF65-F5344CB8AC3E}">
        <p14:creationId xmlns:p14="http://schemas.microsoft.com/office/powerpoint/2010/main" val="3398100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E2BBC2-772E-7EE4-D242-D42D4DA45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8684462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椭圆 20">
            <a:extLst>
              <a:ext uri="{FF2B5EF4-FFF2-40B4-BE49-F238E27FC236}">
                <a16:creationId xmlns:a16="http://schemas.microsoft.com/office/drawing/2014/main" id="{A2C6D317-56F4-9711-5A26-95000236D36F}"/>
              </a:ext>
            </a:extLst>
          </p:cNvPr>
          <p:cNvSpPr/>
          <p:nvPr userDrawn="1"/>
        </p:nvSpPr>
        <p:spPr>
          <a:xfrm>
            <a:off x="375011" y="1961115"/>
            <a:ext cx="220344" cy="220344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9B200C4C-3F9D-867C-E497-ADCB7E43A5BB}"/>
              </a:ext>
            </a:extLst>
          </p:cNvPr>
          <p:cNvSpPr/>
          <p:nvPr userDrawn="1"/>
        </p:nvSpPr>
        <p:spPr>
          <a:xfrm>
            <a:off x="2838084" y="-2028162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4824A05E-CCAC-E012-444F-D8238FD3ABEF}"/>
              </a:ext>
            </a:extLst>
          </p:cNvPr>
          <p:cNvSpPr/>
          <p:nvPr userDrawn="1"/>
        </p:nvSpPr>
        <p:spPr>
          <a:xfrm>
            <a:off x="4568596" y="-297650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AC93AF0E-4B39-C67D-D03D-00737E937EE7}"/>
              </a:ext>
            </a:extLst>
          </p:cNvPr>
          <p:cNvSpPr/>
          <p:nvPr userDrawn="1"/>
        </p:nvSpPr>
        <p:spPr>
          <a:xfrm>
            <a:off x="6170528" y="1304282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545B57F-7D9D-4AD8-9FE4-E5267D65BB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60400" y="2220686"/>
            <a:ext cx="10858500" cy="86902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zh-CN" altLang="en-US" sz="4800" b="1" dirty="0">
                <a:solidFill>
                  <a:schemeClr val="accent1"/>
                </a:solidFill>
              </a:defRPr>
            </a:lvl1pPr>
          </a:lstStyle>
          <a:p>
            <a:pPr lvl="0" defTabSz="914354"/>
            <a:r>
              <a:rPr lang="zh-CN" altLang="en-US"/>
              <a:t>点击输入一级标题</a:t>
            </a:r>
            <a:endParaRPr lang="zh-CN" altLang="en-US" dirty="0"/>
          </a:p>
        </p:txBody>
      </p:sp>
      <p:sp>
        <p:nvSpPr>
          <p:cNvPr id="11" name="圆心2">
            <a:extLst>
              <a:ext uri="{FF2B5EF4-FFF2-40B4-BE49-F238E27FC236}">
                <a16:creationId xmlns:a16="http://schemas.microsoft.com/office/drawing/2014/main" id="{6F73DB22-8BD9-67FD-6EBE-B56D6BF83FC2}"/>
              </a:ext>
            </a:extLst>
          </p:cNvPr>
          <p:cNvSpPr/>
          <p:nvPr/>
        </p:nvSpPr>
        <p:spPr>
          <a:xfrm>
            <a:off x="7262969" y="2396723"/>
            <a:ext cx="435738" cy="435738"/>
          </a:xfrm>
          <a:prstGeom prst="ellipse">
            <a:avLst/>
          </a:prstGeom>
          <a:solidFill>
            <a:schemeClr val="accent1">
              <a:alpha val="3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圆心">
            <a:extLst>
              <a:ext uri="{FF2B5EF4-FFF2-40B4-BE49-F238E27FC236}">
                <a16:creationId xmlns:a16="http://schemas.microsoft.com/office/drawing/2014/main" id="{82339D60-0D0F-E0A8-9FEF-57B1B018D0C7}"/>
              </a:ext>
            </a:extLst>
          </p:cNvPr>
          <p:cNvSpPr/>
          <p:nvPr userDrawn="1"/>
        </p:nvSpPr>
        <p:spPr>
          <a:xfrm>
            <a:off x="7414470" y="2547358"/>
            <a:ext cx="132735" cy="13273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FC241F82-E1B0-0249-A9D6-2656A3C64CB7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660400" y="3586894"/>
            <a:ext cx="4486275" cy="5635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</a:lstStyle>
          <a:p>
            <a:pPr lvl="0"/>
            <a:r>
              <a:rPr lang="zh-CN" altLang="en-US"/>
              <a:t>点击输入副标题</a:t>
            </a: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EF4E1EF7-DD7F-C77D-A571-C682C80AC047}"/>
              </a:ext>
            </a:extLst>
          </p:cNvPr>
          <p:cNvSpPr/>
          <p:nvPr userDrawn="1"/>
        </p:nvSpPr>
        <p:spPr>
          <a:xfrm>
            <a:off x="485183" y="1962438"/>
            <a:ext cx="350434" cy="35043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3C9B1B7-3BA3-1D3F-637E-1B77EAD927E4}"/>
              </a:ext>
            </a:extLst>
          </p:cNvPr>
          <p:cNvSpPr txBox="1"/>
          <p:nvPr userDrawn="1"/>
        </p:nvSpPr>
        <p:spPr>
          <a:xfrm>
            <a:off x="660399" y="6111671"/>
            <a:ext cx="80657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i="0">
                <a:solidFill>
                  <a:schemeClr val="bg1">
                    <a:lumMod val="50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多一句没有，少一句不行，用更短的时间，教会更实用的技术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76DEFC5-AB31-715D-5481-255694BCA629}"/>
              </a:ext>
            </a:extLst>
          </p:cNvPr>
          <p:cNvSpPr/>
          <p:nvPr userDrawn="1"/>
        </p:nvSpPr>
        <p:spPr>
          <a:xfrm>
            <a:off x="720618" y="5942536"/>
            <a:ext cx="2001676" cy="63628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50000">
                <a:schemeClr val="accent1"/>
              </a:gs>
              <a:gs pos="100000">
                <a:schemeClr val="accent1">
                  <a:shade val="100000"/>
                  <a:satMod val="115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长直线">
            <a:extLst>
              <a:ext uri="{FF2B5EF4-FFF2-40B4-BE49-F238E27FC236}">
                <a16:creationId xmlns:a16="http://schemas.microsoft.com/office/drawing/2014/main" id="{29F34751-B9FF-378D-D7A3-B7B27A91478D}"/>
              </a:ext>
            </a:extLst>
          </p:cNvPr>
          <p:cNvCxnSpPr>
            <a:cxnSpLocks/>
          </p:cNvCxnSpPr>
          <p:nvPr userDrawn="1"/>
        </p:nvCxnSpPr>
        <p:spPr>
          <a:xfrm>
            <a:off x="7858832" y="2124884"/>
            <a:ext cx="129159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短直线">
            <a:extLst>
              <a:ext uri="{FF2B5EF4-FFF2-40B4-BE49-F238E27FC236}">
                <a16:creationId xmlns:a16="http://schemas.microsoft.com/office/drawing/2014/main" id="{E9D012F5-DFB7-A078-3B1C-F9FE02E47E91}"/>
              </a:ext>
            </a:extLst>
          </p:cNvPr>
          <p:cNvCxnSpPr/>
          <p:nvPr userDrawn="1"/>
        </p:nvCxnSpPr>
        <p:spPr>
          <a:xfrm flipV="1">
            <a:off x="7550306" y="2124884"/>
            <a:ext cx="308526" cy="26631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形 8">
            <a:extLst>
              <a:ext uri="{FF2B5EF4-FFF2-40B4-BE49-F238E27FC236}">
                <a16:creationId xmlns:a16="http://schemas.microsoft.com/office/drawing/2014/main" id="{EA3F6F4D-08CF-9E00-D954-69D3520E644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081" t="21237" r="10346" b="18121"/>
          <a:stretch/>
        </p:blipFill>
        <p:spPr>
          <a:xfrm>
            <a:off x="9956716" y="152244"/>
            <a:ext cx="1848051" cy="605113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61E490B8-2AEA-ACCD-9526-01BED78DEB5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564276" flipH="1" flipV="1">
            <a:off x="3592764" y="481454"/>
            <a:ext cx="9317253" cy="6210881"/>
          </a:xfrm>
          <a:prstGeom prst="rect">
            <a:avLst/>
          </a:prstGeom>
        </p:spPr>
      </p:pic>
      <p:sp>
        <p:nvSpPr>
          <p:cNvPr id="14" name="文本框">
            <a:extLst>
              <a:ext uri="{FF2B5EF4-FFF2-40B4-BE49-F238E27FC236}">
                <a16:creationId xmlns:a16="http://schemas.microsoft.com/office/drawing/2014/main" id="{C37184BC-D315-706A-20DF-529BAFF1993E}"/>
              </a:ext>
            </a:extLst>
          </p:cNvPr>
          <p:cNvSpPr txBox="1"/>
          <p:nvPr userDrawn="1"/>
        </p:nvSpPr>
        <p:spPr>
          <a:xfrm>
            <a:off x="8399534" y="1847885"/>
            <a:ext cx="13660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>
                <a:solidFill>
                  <a:schemeClr val="accent1"/>
                </a:solidFill>
              </a:rPr>
              <a:t>AI Copilot </a:t>
            </a:r>
            <a:endParaRPr lang="zh-CN" altLang="en-US" sz="14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8541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3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7" grpId="0" animBg="1"/>
      <p:bldP spid="16" grpId="0" animBg="1"/>
      <p:bldP spid="11" grpId="0" animBg="1"/>
      <p:bldP spid="12" grpId="0" animBg="1"/>
      <p:bldP spid="14" grpId="0"/>
    </p:bld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完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椭圆 35">
            <a:extLst>
              <a:ext uri="{FF2B5EF4-FFF2-40B4-BE49-F238E27FC236}">
                <a16:creationId xmlns:a16="http://schemas.microsoft.com/office/drawing/2014/main" id="{9C7E64E7-1F0A-79D2-A263-3605467F0B51}"/>
              </a:ext>
            </a:extLst>
          </p:cNvPr>
          <p:cNvSpPr/>
          <p:nvPr userDrawn="1"/>
        </p:nvSpPr>
        <p:spPr>
          <a:xfrm>
            <a:off x="1367628" y="-1213754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C8A0D84D-155A-2194-ED3A-5A7CB9A4B72A}"/>
              </a:ext>
            </a:extLst>
          </p:cNvPr>
          <p:cNvSpPr/>
          <p:nvPr userDrawn="1"/>
        </p:nvSpPr>
        <p:spPr>
          <a:xfrm>
            <a:off x="3098140" y="516758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0F7740DA-4F67-1648-9FE7-BA25A7F2910D}"/>
              </a:ext>
            </a:extLst>
          </p:cNvPr>
          <p:cNvSpPr/>
          <p:nvPr userDrawn="1"/>
        </p:nvSpPr>
        <p:spPr>
          <a:xfrm>
            <a:off x="4700072" y="2118690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iṩ1iḍé">
            <a:extLst>
              <a:ext uri="{FF2B5EF4-FFF2-40B4-BE49-F238E27FC236}">
                <a16:creationId xmlns:a16="http://schemas.microsoft.com/office/drawing/2014/main" id="{7F87E56D-6D24-DF28-4A8B-DD94A5588CCD}"/>
              </a:ext>
            </a:extLst>
          </p:cNvPr>
          <p:cNvSpPr/>
          <p:nvPr userDrawn="1"/>
        </p:nvSpPr>
        <p:spPr>
          <a:xfrm>
            <a:off x="0" y="2689964"/>
            <a:ext cx="12192000" cy="1478071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90000">
                <a:schemeClr val="accent1"/>
              </a:gs>
            </a:gsLst>
            <a:lin ang="0" scaled="1"/>
            <a:tileRect/>
          </a:gradFill>
          <a:ln>
            <a:noFill/>
          </a:ln>
          <a:effectLst>
            <a:outerShdw blurRad="139700" dist="76200" dir="4560000" algn="t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57CD92EE-FE45-4CC1-22A5-2D2AFAEDCC3F}"/>
              </a:ext>
            </a:extLst>
          </p:cNvPr>
          <p:cNvGrpSpPr/>
          <p:nvPr userDrawn="1"/>
        </p:nvGrpSpPr>
        <p:grpSpPr>
          <a:xfrm>
            <a:off x="3131925" y="2916806"/>
            <a:ext cx="4953838" cy="853924"/>
            <a:chOff x="3131925" y="2844887"/>
            <a:chExt cx="4953838" cy="853924"/>
          </a:xfrm>
        </p:grpSpPr>
        <p:pic>
          <p:nvPicPr>
            <p:cNvPr id="33" name="图片 1">
              <a:extLst>
                <a:ext uri="{FF2B5EF4-FFF2-40B4-BE49-F238E27FC236}">
                  <a16:creationId xmlns:a16="http://schemas.microsoft.com/office/drawing/2014/main" id="{C64F9D38-0ED4-99F8-903A-45555ADF802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9627"/>
            <a:stretch/>
          </p:blipFill>
          <p:spPr bwMode="auto">
            <a:xfrm>
              <a:off x="3131925" y="2844887"/>
              <a:ext cx="2948463" cy="8539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C2C68E28-2375-6922-E133-284E7821B44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010382" y="3154751"/>
              <a:ext cx="0" cy="380144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AC7DE38E-8849-1998-75E8-89E432D90EBE}"/>
                </a:ext>
              </a:extLst>
            </p:cNvPr>
            <p:cNvSpPr txBox="1"/>
            <p:nvPr userDrawn="1"/>
          </p:nvSpPr>
          <p:spPr>
            <a:xfrm>
              <a:off x="6096001" y="3021658"/>
              <a:ext cx="198976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传智教育旗下</a:t>
              </a:r>
              <a:endParaRPr lang="en-US" altLang="zh-CN">
                <a:solidFill>
                  <a:schemeClr val="bg1"/>
                </a:solidFill>
                <a:latin typeface="阿里巴巴普惠体 Medium" panose="00020600040101010101" pitchFamily="18" charset="-122"/>
                <a:ea typeface="阿里巴巴普惠体 Medium" panose="00020600040101010101" pitchFamily="18" charset="-122"/>
                <a:cs typeface="阿里巴巴普惠体 Medium" panose="00020600040101010101" pitchFamily="18" charset="-122"/>
              </a:endParaRPr>
            </a:p>
            <a:p>
              <a:r>
                <a:rPr lang="zh-CN" altLang="en-US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高端</a:t>
              </a:r>
              <a:r>
                <a:rPr lang="en-US" altLang="zh-CN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IT</a:t>
              </a:r>
              <a:r>
                <a:rPr lang="zh-CN" altLang="en-US">
                  <a:solidFill>
                    <a:schemeClr val="bg1"/>
                  </a:solidFill>
                  <a:latin typeface="阿里巴巴普惠体 Medium" panose="00020600040101010101" pitchFamily="18" charset="-122"/>
                  <a:ea typeface="阿里巴巴普惠体 Medium" panose="00020600040101010101" pitchFamily="18" charset="-122"/>
                  <a:cs typeface="阿里巴巴普惠体 Medium" panose="00020600040101010101" pitchFamily="18" charset="-122"/>
                </a:rPr>
                <a:t>教育品牌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97003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椭圆 7">
            <a:extLst>
              <a:ext uri="{FF2B5EF4-FFF2-40B4-BE49-F238E27FC236}">
                <a16:creationId xmlns:a16="http://schemas.microsoft.com/office/drawing/2014/main" id="{34FB0A6B-66AE-D2A8-FCAE-415D3251A19B}"/>
              </a:ext>
            </a:extLst>
          </p:cNvPr>
          <p:cNvSpPr/>
          <p:nvPr userDrawn="1"/>
        </p:nvSpPr>
        <p:spPr>
          <a:xfrm>
            <a:off x="367090" y="-1714814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38539A05-556B-81A4-0795-3B191CB53943}"/>
              </a:ext>
            </a:extLst>
          </p:cNvPr>
          <p:cNvSpPr/>
          <p:nvPr userDrawn="1"/>
        </p:nvSpPr>
        <p:spPr>
          <a:xfrm>
            <a:off x="1832990" y="-2841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10CECE50-264B-8294-A89A-D0F8A1907A78}"/>
              </a:ext>
            </a:extLst>
          </p:cNvPr>
          <p:cNvSpPr/>
          <p:nvPr userDrawn="1"/>
        </p:nvSpPr>
        <p:spPr>
          <a:xfrm>
            <a:off x="3434922" y="1599091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287C0C2E-27D7-4123-B01F-3144FCE1EF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1" r="31458"/>
          <a:stretch/>
        </p:blipFill>
        <p:spPr>
          <a:xfrm rot="568416">
            <a:off x="90962" y="381112"/>
            <a:ext cx="4016078" cy="5720226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8F041D8F-DCC0-35B8-2AA2-F0A7BAB253C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1" r="31458"/>
          <a:stretch/>
        </p:blipFill>
        <p:spPr>
          <a:xfrm rot="20629034">
            <a:off x="-3526421" y="-821074"/>
            <a:ext cx="4016077" cy="5720225"/>
          </a:xfrm>
          <a:prstGeom prst="rect">
            <a:avLst/>
          </a:prstGeom>
        </p:spPr>
      </p:pic>
      <p:sp>
        <p:nvSpPr>
          <p:cNvPr id="19" name="椭圆 18">
            <a:extLst>
              <a:ext uri="{FF2B5EF4-FFF2-40B4-BE49-F238E27FC236}">
                <a16:creationId xmlns:a16="http://schemas.microsoft.com/office/drawing/2014/main" id="{C3296A99-F5C4-3E6A-FF6E-4852C12DEE94}"/>
              </a:ext>
            </a:extLst>
          </p:cNvPr>
          <p:cNvSpPr/>
          <p:nvPr userDrawn="1"/>
        </p:nvSpPr>
        <p:spPr>
          <a:xfrm>
            <a:off x="4631217" y="3066159"/>
            <a:ext cx="409736" cy="40973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圆心">
            <a:extLst>
              <a:ext uri="{FF2B5EF4-FFF2-40B4-BE49-F238E27FC236}">
                <a16:creationId xmlns:a16="http://schemas.microsoft.com/office/drawing/2014/main" id="{2B661CB4-3CBD-5C2B-5102-A013FB7A719E}"/>
              </a:ext>
            </a:extLst>
          </p:cNvPr>
          <p:cNvSpPr/>
          <p:nvPr/>
        </p:nvSpPr>
        <p:spPr>
          <a:xfrm>
            <a:off x="4184938" y="2356361"/>
            <a:ext cx="1119534" cy="111953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latin typeface="+mj-ea"/>
              <a:ea typeface="+mj-ea"/>
            </a:endParaRP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EC6ED1A-7B72-CBE7-8DC0-8CA41549B76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34081" y="2465278"/>
            <a:ext cx="3397250" cy="9017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3600">
                <a:latin typeface="+mj-ea"/>
                <a:ea typeface="+mj-ea"/>
              </a:defRPr>
            </a:lvl1pPr>
          </a:lstStyle>
          <a:p>
            <a:pPr lvl="0"/>
            <a:r>
              <a:rPr lang="zh-CN" altLang="en-US"/>
              <a:t>章节标题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AF3EC600-D80B-73CA-E06E-8768FDEAA47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02239" y="2675622"/>
            <a:ext cx="884931" cy="48101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6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en-US" altLang="zh-CN"/>
              <a:t>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3029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3" presetClass="pat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96701 0.175297 E" pathEditMode="relative" ptsTypes="">
                                      <p:cBhvr>
                                        <p:cTn id="12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63" presetClass="pat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96701 -0.175297 L 0 0 E" pathEditMode="relative" ptsTypes="">
                                      <p:cBhvr>
                                        <p:cTn id="14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6" dur="750" fill="hold"/>
                                        <p:tgtEl>
                                          <p:spTgt spid="6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6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8" dur="750" fill="hold"/>
                                        <p:tgtEl>
                                          <p:spTgt spid="2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9" presetID="8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 from="0" to="1539382">
                                      <p:cBhvr>
                                        <p:cTn id="20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" presetID="8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 from="-1539382" to="0">
                                      <p:cBhvr>
                                        <p:cTn id="22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3" presetClass="entr" presetSubtype="16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42" presetClass="path" presetSubtype="0" accel="50000" decel="50000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4.58333E-6 -1.85185E-6 L 0.0168 0.02986 " pathEditMode="relative" rAng="0" ptsTypes="AA">
                                      <p:cBhvr>
                                        <p:cTn id="5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33" y="1481"/>
                                    </p:animMotion>
                                  </p:childTnLst>
                                </p:cTn>
                              </p:par>
                              <p:par>
                                <p:cTn id="53" presetID="10" presetClass="entr" presetSubtype="0" de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5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3" grpId="0" animBg="1"/>
      <p:bldP spid="5" grpId="0" animBg="1"/>
      <p:bldP spid="19" grpId="0" animBg="1"/>
      <p:bldP spid="19" grpId="1" animBg="1"/>
      <p:bldP spid="17" grpId="0" animBg="1"/>
      <p:bldP spid="4" grpId="0">
        <p:tmplLst>
          <p:tmpl>
            <p:tnLst>
              <p:par>
                <p:cTn presetID="10" presetClass="entr" presetSubtype="0" decel="100000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</p:cBhvr>
                    </p:animEffect>
                    <p:anim to="0" calcmode="lin" valueType="num">
                      <p:cBhvr>
                        <p:cTn dur="500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.05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6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带目录章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椭圆 15">
            <a:extLst>
              <a:ext uri="{FF2B5EF4-FFF2-40B4-BE49-F238E27FC236}">
                <a16:creationId xmlns:a16="http://schemas.microsoft.com/office/drawing/2014/main" id="{B46198AC-367B-0D53-9173-FC8CA63C085D}"/>
              </a:ext>
            </a:extLst>
          </p:cNvPr>
          <p:cNvSpPr/>
          <p:nvPr userDrawn="1"/>
        </p:nvSpPr>
        <p:spPr>
          <a:xfrm>
            <a:off x="367090" y="-1714814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5EB1B61C-49CF-BE5E-D897-0E6165887E9C}"/>
              </a:ext>
            </a:extLst>
          </p:cNvPr>
          <p:cNvSpPr/>
          <p:nvPr userDrawn="1"/>
        </p:nvSpPr>
        <p:spPr>
          <a:xfrm>
            <a:off x="1832990" y="-2841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62399A25-BD86-E6C4-1B6C-5E720BE7951F}"/>
              </a:ext>
            </a:extLst>
          </p:cNvPr>
          <p:cNvSpPr/>
          <p:nvPr userDrawn="1"/>
        </p:nvSpPr>
        <p:spPr>
          <a:xfrm>
            <a:off x="3434922" y="1599091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75BB57A5-2F78-87EC-D302-EA186869EBC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1" r="31458"/>
          <a:stretch/>
        </p:blipFill>
        <p:spPr>
          <a:xfrm rot="568416">
            <a:off x="90962" y="381112"/>
            <a:ext cx="4016078" cy="5720226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956F742F-78A8-9974-FA4F-56396F38C25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1" r="31458"/>
          <a:stretch/>
        </p:blipFill>
        <p:spPr>
          <a:xfrm rot="20629034">
            <a:off x="-3526421" y="-821074"/>
            <a:ext cx="4016077" cy="5720225"/>
          </a:xfrm>
          <a:prstGeom prst="rect">
            <a:avLst/>
          </a:prstGeom>
        </p:spPr>
      </p:pic>
      <p:sp>
        <p:nvSpPr>
          <p:cNvPr id="5" name="文本占位符 3">
            <a:extLst>
              <a:ext uri="{FF2B5EF4-FFF2-40B4-BE49-F238E27FC236}">
                <a16:creationId xmlns:a16="http://schemas.microsoft.com/office/drawing/2014/main" id="{3AF24492-4E99-231B-3CC0-5126876878A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37223" y="2203928"/>
            <a:ext cx="3484714" cy="668338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360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/>
              <a:t>章节标题</a:t>
            </a:r>
          </a:p>
        </p:txBody>
      </p:sp>
      <p:sp>
        <p:nvSpPr>
          <p:cNvPr id="2" name="文本占位符 25">
            <a:extLst>
              <a:ext uri="{FF2B5EF4-FFF2-40B4-BE49-F238E27FC236}">
                <a16:creationId xmlns:a16="http://schemas.microsoft.com/office/drawing/2014/main" id="{16A7C205-45D1-F79D-939F-C8FE0D7B4E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73412" y="2924828"/>
            <a:ext cx="3692525" cy="2206679"/>
          </a:xfrm>
          <a:prstGeom prst="rect">
            <a:avLst/>
          </a:prstGeom>
        </p:spPr>
        <p:txBody>
          <a:bodyPr anchor="t"/>
          <a:lstStyle>
            <a:lvl1pPr marL="342900" indent="-342900" algn="l">
              <a:lnSpc>
                <a:spcPct val="150000"/>
              </a:lnSpc>
              <a:buFont typeface="Wingdings" panose="05000000000000000000" pitchFamily="2" charset="2"/>
              <a:buChar char="u"/>
              <a:defRPr sz="1800">
                <a:solidFill>
                  <a:schemeClr val="tx1"/>
                </a:solidFill>
                <a:latin typeface="+mn-ea"/>
                <a:ea typeface="+mn-ea"/>
                <a:cs typeface="阿里巴巴普惠体 Medium" panose="00020600040101010101" pitchFamily="18" charset="-122"/>
              </a:defRPr>
            </a:lvl1pPr>
          </a:lstStyle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2249AA4E-BDC6-696B-EF7C-D82E9F67C155}"/>
              </a:ext>
            </a:extLst>
          </p:cNvPr>
          <p:cNvSpPr/>
          <p:nvPr userDrawn="1"/>
        </p:nvSpPr>
        <p:spPr>
          <a:xfrm>
            <a:off x="4633274" y="3069963"/>
            <a:ext cx="409736" cy="40973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圆心">
            <a:extLst>
              <a:ext uri="{FF2B5EF4-FFF2-40B4-BE49-F238E27FC236}">
                <a16:creationId xmlns:a16="http://schemas.microsoft.com/office/drawing/2014/main" id="{187CDF87-71AD-62FA-465E-4563734A654E}"/>
              </a:ext>
            </a:extLst>
          </p:cNvPr>
          <p:cNvSpPr/>
          <p:nvPr userDrawn="1"/>
        </p:nvSpPr>
        <p:spPr>
          <a:xfrm>
            <a:off x="4186995" y="2360165"/>
            <a:ext cx="1119534" cy="111953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600">
              <a:latin typeface="+mj-ea"/>
              <a:ea typeface="+mj-ea"/>
            </a:endParaRP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0FA4BC60-2E49-93DC-4C3E-CA7B70C33EA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04296" y="2679426"/>
            <a:ext cx="884931" cy="48101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6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en-US" altLang="zh-CN"/>
              <a:t>1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8867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3" presetClass="pat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96701 0.175297 E" pathEditMode="relative" ptsTypes="">
                                      <p:cBhvr>
                                        <p:cTn id="12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63" presetClass="pat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96701 -0.175297 L 0 0 E" pathEditMode="relative" ptsTypes="">
                                      <p:cBhvr>
                                        <p:cTn id="14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6" dur="750" fill="hold"/>
                                        <p:tgtEl>
                                          <p:spTgt spid="14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6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8" dur="750" fill="hold"/>
                                        <p:tgtEl>
                                          <p:spTgt spid="12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9" presetID="8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 from="0" to="1539382">
                                      <p:cBhvr>
                                        <p:cTn id="20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" presetID="8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 from="-1539382" to="0">
                                      <p:cBhvr>
                                        <p:cTn id="22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3" presetClass="entr" presetSubtype="16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42" presetClass="path" presetSubtype="0" accel="50000" decel="50000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5E-6 3.7037E-6 L 0.0168 0.02986 " pathEditMode="relative" rAng="0" ptsTypes="AA">
                                      <p:cBhvr>
                                        <p:cTn id="5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33" y="1481"/>
                                    </p:animMotion>
                                  </p:childTnLst>
                                </p:cTn>
                              </p:par>
                              <p:par>
                                <p:cTn id="53" presetID="10" presetClass="entr" presetSubtype="0" de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5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decel="100000" fill="hold" grpId="0" nodeType="withEffect">
                                  <p:stCondLst>
                                    <p:cond delay="750"/>
                                  </p:stCondLst>
                                  <p:iterate type="wd">
                                    <p:tmPct val="8000"/>
                                  </p:iterate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6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0" grpId="0" animBg="1"/>
      <p:bldP spid="11" grpId="0" animBg="1"/>
      <p:bldP spid="5" grpId="0">
        <p:tmplLst>
          <p:tmpl>
            <p:tnLst>
              <p:par>
                <p:cTn presetID="10" presetClass="entr" presetSubtype="0" decel="100000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</p:cBhvr>
                    </p:animEffect>
                    <p:anim to="0" calcmode="lin" valueType="num">
                      <p:cBhvr>
                        <p:cTn dur="500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.05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" grpId="0">
        <p:tmplLst>
          <p:tmpl>
            <p:tnLst>
              <p:par>
                <p:cTn presetID="10" presetClass="entr" presetSubtype="0" decel="100000" fill="hold" nodeType="withEffect">
                  <p:stCondLst>
                    <p:cond delay="750"/>
                  </p:stCondLst>
                  <p:iterate type="wd">
                    <p:tmPct val="8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>
                          <p:stCondLst>
                            <p:cond delay="0"/>
                          </p:stCondLst>
                        </p:cTn>
                        <p:tgtEl>
                          <p:spTgt spid="2"/>
                        </p:tgtEl>
                      </p:cBhvr>
                    </p:animEffect>
                    <p:anim to="0" calcmode="lin" valueType="num">
                      <p:cBhvr>
                        <p:cTn dur="500" fill="hold">
                          <p:stCondLst>
                            <p:cond delay="0"/>
                          </p:stCondLst>
                        </p:cTn>
                        <p:tgtEl>
                          <p:spTgt spid="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05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" grpId="0" animBg="1"/>
      <p:bldP spid="4" grpId="1" animBg="1"/>
      <p:bldP spid="6" grpId="0" animBg="1"/>
      <p:bldP spid="7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6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椭圆 11">
            <a:extLst>
              <a:ext uri="{FF2B5EF4-FFF2-40B4-BE49-F238E27FC236}">
                <a16:creationId xmlns:a16="http://schemas.microsoft.com/office/drawing/2014/main" id="{E9A4C940-17A0-EAF5-1288-423099172492}"/>
              </a:ext>
            </a:extLst>
          </p:cNvPr>
          <p:cNvSpPr/>
          <p:nvPr userDrawn="1"/>
        </p:nvSpPr>
        <p:spPr>
          <a:xfrm>
            <a:off x="367090" y="-1714814"/>
            <a:ext cx="9285508" cy="9285508"/>
          </a:xfrm>
          <a:prstGeom prst="ellipse">
            <a:avLst/>
          </a:prstGeom>
          <a:solidFill>
            <a:schemeClr val="accent1">
              <a:lumMod val="40000"/>
              <a:lumOff val="60000"/>
              <a:alpha val="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0B0CBC4C-0370-FC83-EFE2-A4655072B969}"/>
              </a:ext>
            </a:extLst>
          </p:cNvPr>
          <p:cNvSpPr/>
          <p:nvPr userDrawn="1"/>
        </p:nvSpPr>
        <p:spPr>
          <a:xfrm>
            <a:off x="1832990" y="-2841"/>
            <a:ext cx="5824484" cy="5824484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448C111F-EC00-73CD-D78D-B90FCF65990B}"/>
              </a:ext>
            </a:extLst>
          </p:cNvPr>
          <p:cNvSpPr/>
          <p:nvPr userDrawn="1"/>
        </p:nvSpPr>
        <p:spPr>
          <a:xfrm>
            <a:off x="3434922" y="1599091"/>
            <a:ext cx="2620620" cy="2620620"/>
          </a:xfrm>
          <a:prstGeom prst="ellipse">
            <a:avLst/>
          </a:prstGeom>
          <a:solidFill>
            <a:schemeClr val="accent1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5EF8D094-C09B-FA07-5E8E-6D0A34E8E25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1" r="31458"/>
          <a:stretch/>
        </p:blipFill>
        <p:spPr>
          <a:xfrm rot="568416">
            <a:off x="90962" y="381112"/>
            <a:ext cx="4016078" cy="5720226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E50503D8-4014-AE09-8F7D-F2C94ED6022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41" r="31458"/>
          <a:stretch/>
        </p:blipFill>
        <p:spPr>
          <a:xfrm rot="20629034">
            <a:off x="-3526421" y="-821074"/>
            <a:ext cx="4016077" cy="5720225"/>
          </a:xfrm>
          <a:prstGeom prst="rect">
            <a:avLst/>
          </a:prstGeom>
        </p:spPr>
      </p:pic>
      <p:sp>
        <p:nvSpPr>
          <p:cNvPr id="29" name="文本框 28">
            <a:extLst>
              <a:ext uri="{FF2B5EF4-FFF2-40B4-BE49-F238E27FC236}">
                <a16:creationId xmlns:a16="http://schemas.microsoft.com/office/drawing/2014/main" id="{06715BF8-0A12-5796-1551-488CA6BA7E8B}"/>
              </a:ext>
            </a:extLst>
          </p:cNvPr>
          <p:cNvSpPr txBox="1"/>
          <p:nvPr userDrawn="1"/>
        </p:nvSpPr>
        <p:spPr>
          <a:xfrm>
            <a:off x="3768481" y="2334719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800" b="1" i="0">
                <a:gradFill>
                  <a:gsLst>
                    <a:gs pos="100000">
                      <a:schemeClr val="accent1">
                        <a:alpha val="15000"/>
                      </a:schemeClr>
                    </a:gs>
                    <a:gs pos="0">
                      <a:schemeClr val="accent1"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CONTENT</a:t>
            </a:r>
          </a:p>
        </p:txBody>
      </p:sp>
      <p:sp>
        <p:nvSpPr>
          <p:cNvPr id="26" name="文本占位符 25">
            <a:extLst>
              <a:ext uri="{FF2B5EF4-FFF2-40B4-BE49-F238E27FC236}">
                <a16:creationId xmlns:a16="http://schemas.microsoft.com/office/drawing/2014/main" id="{6B50EE85-71F0-6A4A-F2C6-2ACBA4D8468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58201" y="1662411"/>
            <a:ext cx="3692525" cy="2631150"/>
          </a:xfrm>
          <a:prstGeom prst="rect">
            <a:avLst/>
          </a:prstGeom>
        </p:spPr>
        <p:txBody>
          <a:bodyPr anchor="ctr"/>
          <a:lstStyle>
            <a:lvl1pPr marL="342900" indent="-342900" algn="l">
              <a:lnSpc>
                <a:spcPct val="150000"/>
              </a:lnSpc>
              <a:buFont typeface="Wingdings" panose="05000000000000000000" pitchFamily="2" charset="2"/>
              <a:buChar char="u"/>
              <a:defRPr sz="1800">
                <a:solidFill>
                  <a:schemeClr val="tx1"/>
                </a:solidFill>
                <a:latin typeface="+mn-ea"/>
                <a:ea typeface="+mn-ea"/>
                <a:cs typeface="阿里巴巴普惠体 Medium" panose="00020600040101010101" pitchFamily="18" charset="-122"/>
              </a:defRPr>
            </a:lvl1pPr>
          </a:lstStyle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  <a:p>
            <a:pPr lvl="0"/>
            <a:r>
              <a:rPr lang="zh-CN" altLang="en-US"/>
              <a:t>目录样式</a:t>
            </a:r>
            <a:endParaRPr lang="en-US" altLang="zh-CN"/>
          </a:p>
        </p:txBody>
      </p:sp>
      <p:sp>
        <p:nvSpPr>
          <p:cNvPr id="27" name="标题文本">
            <a:extLst>
              <a:ext uri="{FF2B5EF4-FFF2-40B4-BE49-F238E27FC236}">
                <a16:creationId xmlns:a16="http://schemas.microsoft.com/office/drawing/2014/main" id="{32B4F824-6998-DCF1-0043-E682C565BE4E}"/>
              </a:ext>
            </a:extLst>
          </p:cNvPr>
          <p:cNvSpPr txBox="1"/>
          <p:nvPr userDrawn="1"/>
        </p:nvSpPr>
        <p:spPr>
          <a:xfrm flipH="1">
            <a:off x="4207329" y="2704247"/>
            <a:ext cx="10983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>
                <a:solidFill>
                  <a:schemeClr val="accent1"/>
                </a:solidFill>
                <a:latin typeface="+mj-ea"/>
                <a:ea typeface="+mj-ea"/>
              </a:rPr>
              <a:t>目录</a:t>
            </a:r>
            <a:endParaRPr lang="zh-CN" altLang="en-US" sz="36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641220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3" presetClass="pat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96701 0.175297 E" pathEditMode="relative" ptsTypes="">
                                      <p:cBhvr>
                                        <p:cTn id="12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63" presetClass="pat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96701 -0.175297 L 0 0 E" pathEditMode="relative" ptsTypes="">
                                      <p:cBhvr>
                                        <p:cTn id="14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6" dur="750" fill="hold"/>
                                        <p:tgtEl>
                                          <p:spTgt spid="11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6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8" dur="750" fill="hold"/>
                                        <p:tgtEl>
                                          <p:spTgt spid="10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9" presetID="8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 from="0" to="1539382">
                                      <p:cBhvr>
                                        <p:cTn id="20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" presetID="8" presetClass="emph" presetSubtype="0" decel="6043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 from="-1539382" to="0">
                                      <p:cBhvr>
                                        <p:cTn id="22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decel="10000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3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decel="100000" fill="hold" grpId="0" nodeType="withEffect">
                                  <p:stCondLst>
                                    <p:cond delay="8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to="0" calcmode="lin" valueType="num">
                                      <p:cBhvr>
                                        <p:cTn id="4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6" grpId="0" animBg="1"/>
      <p:bldP spid="7" grpId="0" animBg="1"/>
      <p:bldP spid="29" grpId="0"/>
      <p:bldP spid="26" grpId="0">
        <p:tmplLst>
          <p:tmpl>
            <p:tnLst>
              <p:par>
                <p:cTn presetID="10" presetClass="entr" presetSubtype="0" decel="100000" fill="hold" nodeType="withEffect">
                  <p:stCondLst>
                    <p:cond delay="85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</p:cBhvr>
                    </p:animEffect>
                    <p:anim to="0" calcmode="lin" valueType="num">
                      <p:cBhvr>
                        <p:cTn dur="500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.05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7" grpId="0"/>
    </p:bldLst>
  </p:timing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60556" y="1720312"/>
            <a:ext cx="7114116" cy="3378631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200000"/>
              </a:lnSpc>
              <a:buNone/>
              <a:defRPr sz="2400"/>
            </a:lvl1pPr>
          </a:lstStyle>
          <a:p>
            <a:pPr lvl="0"/>
            <a:r>
              <a:rPr lang="zh-CN" altLang="en-US"/>
              <a:t>点击输入问题标题，问题描述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82D0547-D899-4028-C68F-1B7E5E17FCC5}"/>
              </a:ext>
            </a:extLst>
          </p:cNvPr>
          <p:cNvSpPr txBox="1"/>
          <p:nvPr userDrawn="1"/>
        </p:nvSpPr>
        <p:spPr>
          <a:xfrm>
            <a:off x="720983" y="2862323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800" b="1" i="0">
                <a:gradFill flip="none" rotWithShape="1">
                  <a:gsLst>
                    <a:gs pos="100000">
                      <a:schemeClr val="bg1">
                        <a:alpha val="15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  <a:tileRect/>
                </a:gradFill>
                <a:effectLst/>
                <a:latin typeface="Calisto MT" panose="02040603050505030304" pitchFamily="18" charset="0"/>
              </a:defRPr>
            </a:lvl1pPr>
          </a:lstStyle>
          <a:p>
            <a:pPr lvl="0"/>
            <a:r>
              <a:rPr lang="en-US" altLang="zh-CN"/>
              <a:t>QUESTION</a:t>
            </a:r>
          </a:p>
        </p:txBody>
      </p:sp>
      <p:sp>
        <p:nvSpPr>
          <p:cNvPr id="12" name="íşľíďe">
            <a:extLst>
              <a:ext uri="{FF2B5EF4-FFF2-40B4-BE49-F238E27FC236}">
                <a16:creationId xmlns:a16="http://schemas.microsoft.com/office/drawing/2014/main" id="{66992E28-34C1-82B0-BBD1-9DB821AEB09B}"/>
              </a:ext>
            </a:extLst>
          </p:cNvPr>
          <p:cNvSpPr txBox="1"/>
          <p:nvPr userDrawn="1"/>
        </p:nvSpPr>
        <p:spPr>
          <a:xfrm flipH="1">
            <a:off x="1204297" y="3113661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思考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163038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36569" y="1483864"/>
            <a:ext cx="7402227" cy="3962399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50000"/>
              </a:lnSpc>
              <a:buNone/>
              <a:defRPr sz="1600"/>
            </a:lvl1pPr>
          </a:lstStyle>
          <a:p>
            <a:pPr lvl="0"/>
            <a:r>
              <a:rPr lang="zh-CN" altLang="en-US"/>
              <a:t>点击输入小结内容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2B1B9D1-DEFE-AB9B-7D57-D4044AED1257}"/>
              </a:ext>
            </a:extLst>
          </p:cNvPr>
          <p:cNvSpPr txBox="1"/>
          <p:nvPr userDrawn="1"/>
        </p:nvSpPr>
        <p:spPr>
          <a:xfrm>
            <a:off x="720983" y="2862323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800" b="1" i="0">
                <a:gradFill flip="none" rotWithShape="1">
                  <a:gsLst>
                    <a:gs pos="100000">
                      <a:schemeClr val="bg1">
                        <a:alpha val="15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  <a:tileRect/>
                </a:gradFill>
                <a:effectLst/>
                <a:latin typeface="Calisto MT" panose="02040603050505030304" pitchFamily="18" charset="0"/>
              </a:defRPr>
            </a:lvl1pPr>
          </a:lstStyle>
          <a:p>
            <a:pPr lvl="0"/>
            <a:r>
              <a:rPr lang="en-US" altLang="zh-CN"/>
              <a:t>BRIEF</a:t>
            </a:r>
          </a:p>
        </p:txBody>
      </p:sp>
      <p:sp>
        <p:nvSpPr>
          <p:cNvPr id="8" name="íşľíďe">
            <a:extLst>
              <a:ext uri="{FF2B5EF4-FFF2-40B4-BE49-F238E27FC236}">
                <a16:creationId xmlns:a16="http://schemas.microsoft.com/office/drawing/2014/main" id="{0A58CF2E-C9AD-567D-B72D-E69212797F03}"/>
              </a:ext>
            </a:extLst>
          </p:cNvPr>
          <p:cNvSpPr txBox="1"/>
          <p:nvPr userDrawn="1"/>
        </p:nvSpPr>
        <p:spPr>
          <a:xfrm flipH="1">
            <a:off x="1204297" y="3113661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小结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044872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60229" y="1359878"/>
            <a:ext cx="7170081" cy="3962399"/>
          </a:xfrm>
          <a:prstGeom prst="rect">
            <a:avLst/>
          </a:prstGeom>
        </p:spPr>
        <p:txBody>
          <a:bodyPr anchor="ctr"/>
          <a:lstStyle>
            <a:lvl1pPr marL="285750" indent="-285750">
              <a:lnSpc>
                <a:spcPct val="150000"/>
              </a:lnSpc>
              <a:buFont typeface="Wingdings" panose="05000000000000000000" pitchFamily="2" charset="2"/>
              <a:buChar char="l"/>
              <a:defRPr sz="1800" b="1"/>
            </a:lvl1pPr>
          </a:lstStyle>
          <a:p>
            <a:pPr lvl="0"/>
            <a:r>
              <a:rPr lang="zh-CN" altLang="en-US"/>
              <a:t>点击输入学习目标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3F17914-8286-2740-0111-F53CC3BDDD9A}"/>
              </a:ext>
            </a:extLst>
          </p:cNvPr>
          <p:cNvSpPr txBox="1"/>
          <p:nvPr userDrawn="1"/>
        </p:nvSpPr>
        <p:spPr>
          <a:xfrm>
            <a:off x="698224" y="2861141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ctr">
              <a:defRPr sz="2800" b="1" i="0">
                <a:gradFill flip="none" rotWithShape="1">
                  <a:gsLst>
                    <a:gs pos="100000">
                      <a:schemeClr val="bg1">
                        <a:alpha val="15000"/>
                      </a:schemeClr>
                    </a:gs>
                    <a:gs pos="0">
                      <a:schemeClr val="bg1">
                        <a:alpha val="0"/>
                      </a:schemeClr>
                    </a:gs>
                  </a:gsLst>
                  <a:lin ang="16200000" scaled="1"/>
                  <a:tileRect/>
                </a:gradFill>
                <a:effectLst/>
                <a:latin typeface="Calisto MT" panose="02040603050505030304" pitchFamily="18" charset="0"/>
              </a:defRPr>
            </a:lvl1pPr>
          </a:lstStyle>
          <a:p>
            <a:pPr lvl="0"/>
            <a:r>
              <a:rPr lang="en-US" altLang="zh-CN"/>
              <a:t>TARGET</a:t>
            </a:r>
          </a:p>
        </p:txBody>
      </p:sp>
      <p:sp>
        <p:nvSpPr>
          <p:cNvPr id="8" name="íşľíďe">
            <a:extLst>
              <a:ext uri="{FF2B5EF4-FFF2-40B4-BE49-F238E27FC236}">
                <a16:creationId xmlns:a16="http://schemas.microsoft.com/office/drawing/2014/main" id="{FB3F6AA9-BBC1-E326-ABE9-AC067A990D01}"/>
              </a:ext>
            </a:extLst>
          </p:cNvPr>
          <p:cNvSpPr txBox="1"/>
          <p:nvPr userDrawn="1"/>
        </p:nvSpPr>
        <p:spPr>
          <a:xfrm flipH="1">
            <a:off x="1181538" y="3112479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>
                <a:solidFill>
                  <a:schemeClr val="bg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目标</a:t>
            </a:r>
            <a:endParaRPr lang="zh-CN" altLang="en-US" sz="4000" b="1" dirty="0">
              <a:solidFill>
                <a:schemeClr val="bg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565133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FE1FF55-183C-B00F-0654-486C51EE46F8}"/>
              </a:ext>
            </a:extLst>
          </p:cNvPr>
          <p:cNvSpPr txBox="1"/>
          <p:nvPr userDrawn="1"/>
        </p:nvSpPr>
        <p:spPr>
          <a:xfrm>
            <a:off x="788316" y="2901905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800" b="1" i="0">
                <a:gradFill>
                  <a:gsLst>
                    <a:gs pos="100000">
                      <a:schemeClr val="tx1">
                        <a:lumMod val="20000"/>
                        <a:lumOff val="80000"/>
                      </a:schemeClr>
                    </a:gs>
                    <a:gs pos="0">
                      <a:schemeClr val="tx1">
                        <a:lumMod val="20000"/>
                        <a:lumOff val="80000"/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QUESTION</a:t>
            </a:r>
          </a:p>
        </p:txBody>
      </p:sp>
      <p:sp>
        <p:nvSpPr>
          <p:cNvPr id="5" name="íşľíďe">
            <a:extLst>
              <a:ext uri="{FF2B5EF4-FFF2-40B4-BE49-F238E27FC236}">
                <a16:creationId xmlns:a16="http://schemas.microsoft.com/office/drawing/2014/main" id="{15262CD2-DC49-591E-1FDE-EF5326FA20FD}"/>
              </a:ext>
            </a:extLst>
          </p:cNvPr>
          <p:cNvSpPr txBox="1"/>
          <p:nvPr userDrawn="1"/>
        </p:nvSpPr>
        <p:spPr>
          <a:xfrm flipH="1">
            <a:off x="1271630" y="3071182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>
                <a:solidFill>
                  <a:schemeClr val="tx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思考</a:t>
            </a:r>
            <a:endParaRPr lang="zh-CN" altLang="en-US" sz="4000" b="1" dirty="0">
              <a:solidFill>
                <a:schemeClr val="tx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52236" y="1735810"/>
            <a:ext cx="6967456" cy="3378631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200000"/>
              </a:lnSpc>
              <a:buNone/>
              <a:defRPr sz="2400"/>
            </a:lvl1pPr>
          </a:lstStyle>
          <a:p>
            <a:pPr lvl="0"/>
            <a:r>
              <a:rPr lang="zh-CN" altLang="en-US"/>
              <a:t>点击输入问题标题，问题描述</a:t>
            </a:r>
          </a:p>
        </p:txBody>
      </p:sp>
    </p:spTree>
    <p:extLst>
      <p:ext uri="{BB962C8B-B14F-4D97-AF65-F5344CB8AC3E}">
        <p14:creationId xmlns:p14="http://schemas.microsoft.com/office/powerpoint/2010/main" val="320834212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小结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FE1FF55-183C-B00F-0654-486C51EE46F8}"/>
              </a:ext>
            </a:extLst>
          </p:cNvPr>
          <p:cNvSpPr txBox="1"/>
          <p:nvPr userDrawn="1"/>
        </p:nvSpPr>
        <p:spPr>
          <a:xfrm>
            <a:off x="788316" y="2901905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i="0">
                <a:gradFill>
                  <a:gsLst>
                    <a:gs pos="100000">
                      <a:schemeClr val="tx1">
                        <a:lumMod val="20000"/>
                        <a:lumOff val="80000"/>
                      </a:schemeClr>
                    </a:gs>
                    <a:gs pos="0">
                      <a:schemeClr val="tx1">
                        <a:lumMod val="20000"/>
                        <a:lumOff val="80000"/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BRIEF</a:t>
            </a:r>
          </a:p>
        </p:txBody>
      </p:sp>
      <p:sp>
        <p:nvSpPr>
          <p:cNvPr id="5" name="íşľíďe">
            <a:extLst>
              <a:ext uri="{FF2B5EF4-FFF2-40B4-BE49-F238E27FC236}">
                <a16:creationId xmlns:a16="http://schemas.microsoft.com/office/drawing/2014/main" id="{15262CD2-DC49-591E-1FDE-EF5326FA20FD}"/>
              </a:ext>
            </a:extLst>
          </p:cNvPr>
          <p:cNvSpPr txBox="1"/>
          <p:nvPr userDrawn="1"/>
        </p:nvSpPr>
        <p:spPr>
          <a:xfrm flipH="1">
            <a:off x="1271630" y="3071182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>
                <a:solidFill>
                  <a:schemeClr val="tx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小结</a:t>
            </a:r>
            <a:endParaRPr lang="zh-CN" altLang="en-US" sz="4000" b="1" dirty="0">
              <a:solidFill>
                <a:schemeClr val="tx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52236" y="1735810"/>
            <a:ext cx="6967456" cy="3378631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200000"/>
              </a:lnSpc>
              <a:buNone/>
              <a:defRPr sz="2400"/>
            </a:lvl1pPr>
          </a:lstStyle>
          <a:p>
            <a:pPr lvl="0"/>
            <a:r>
              <a:rPr lang="zh-CN" altLang="en-US"/>
              <a:t>点击输入问题标题，问题描述</a:t>
            </a:r>
          </a:p>
        </p:txBody>
      </p:sp>
    </p:spTree>
    <p:extLst>
      <p:ext uri="{BB962C8B-B14F-4D97-AF65-F5344CB8AC3E}">
        <p14:creationId xmlns:p14="http://schemas.microsoft.com/office/powerpoint/2010/main" val="237067137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标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FE1FF55-183C-B00F-0654-486C51EE46F8}"/>
              </a:ext>
            </a:extLst>
          </p:cNvPr>
          <p:cNvSpPr txBox="1"/>
          <p:nvPr userDrawn="1"/>
        </p:nvSpPr>
        <p:spPr>
          <a:xfrm>
            <a:off x="788316" y="2901905"/>
            <a:ext cx="21675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i="0">
                <a:gradFill>
                  <a:gsLst>
                    <a:gs pos="100000">
                      <a:schemeClr val="tx1">
                        <a:lumMod val="20000"/>
                        <a:lumOff val="80000"/>
                      </a:schemeClr>
                    </a:gs>
                    <a:gs pos="0">
                      <a:schemeClr val="tx1">
                        <a:lumMod val="20000"/>
                        <a:lumOff val="80000"/>
                        <a:alpha val="0"/>
                      </a:schemeClr>
                    </a:gs>
                  </a:gsLst>
                  <a:lin ang="16200000" scaled="1"/>
                </a:gradFill>
                <a:effectLst/>
                <a:latin typeface="Calisto MT" panose="02040603050505030304" pitchFamily="18" charset="0"/>
              </a:rPr>
              <a:t>TARGET</a:t>
            </a:r>
          </a:p>
        </p:txBody>
      </p:sp>
      <p:sp>
        <p:nvSpPr>
          <p:cNvPr id="5" name="íşľíďe">
            <a:extLst>
              <a:ext uri="{FF2B5EF4-FFF2-40B4-BE49-F238E27FC236}">
                <a16:creationId xmlns:a16="http://schemas.microsoft.com/office/drawing/2014/main" id="{15262CD2-DC49-591E-1FDE-EF5326FA20FD}"/>
              </a:ext>
            </a:extLst>
          </p:cNvPr>
          <p:cNvSpPr txBox="1"/>
          <p:nvPr userDrawn="1"/>
        </p:nvSpPr>
        <p:spPr>
          <a:xfrm flipH="1">
            <a:off x="1271630" y="3071182"/>
            <a:ext cx="12009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000" b="1">
                <a:solidFill>
                  <a:schemeClr val="tx1"/>
                </a:solidFill>
                <a:latin typeface="阿里巴巴普惠体 Heavy" panose="00020600040101010101" pitchFamily="18" charset="-122"/>
                <a:ea typeface="阿里巴巴普惠体 Heavy" panose="00020600040101010101" pitchFamily="18" charset="-122"/>
                <a:cs typeface="阿里巴巴普惠体 Heavy" panose="00020600040101010101" pitchFamily="18" charset="-122"/>
              </a:rPr>
              <a:t>目标</a:t>
            </a:r>
            <a:endParaRPr lang="zh-CN" altLang="en-US" sz="4000" b="1" dirty="0">
              <a:solidFill>
                <a:schemeClr val="tx1"/>
              </a:solidFill>
              <a:latin typeface="阿里巴巴普惠体 Heavy" panose="00020600040101010101" pitchFamily="18" charset="-122"/>
              <a:ea typeface="阿里巴巴普惠体 Heavy" panose="00020600040101010101" pitchFamily="18" charset="-122"/>
              <a:cs typeface="阿里巴巴普惠体 Heavy" panose="00020600040101010101" pitchFamily="18" charset="-122"/>
            </a:endParaRPr>
          </a:p>
        </p:txBody>
      </p:sp>
      <p:sp>
        <p:nvSpPr>
          <p:cNvPr id="7" name="文本占位符 13">
            <a:extLst>
              <a:ext uri="{FF2B5EF4-FFF2-40B4-BE49-F238E27FC236}">
                <a16:creationId xmlns:a16="http://schemas.microsoft.com/office/drawing/2014/main" id="{B8ADD725-DDC3-9843-C6D4-70BC53E95D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52236" y="1735810"/>
            <a:ext cx="6967456" cy="3378631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200000"/>
              </a:lnSpc>
              <a:buNone/>
              <a:defRPr sz="2400"/>
            </a:lvl1pPr>
          </a:lstStyle>
          <a:p>
            <a:pPr lvl="0"/>
            <a:r>
              <a:rPr lang="zh-CN" altLang="en-US"/>
              <a:t>点击输入问题标题，问题描述</a:t>
            </a:r>
          </a:p>
        </p:txBody>
      </p:sp>
    </p:spTree>
    <p:extLst>
      <p:ext uri="{BB962C8B-B14F-4D97-AF65-F5344CB8AC3E}">
        <p14:creationId xmlns:p14="http://schemas.microsoft.com/office/powerpoint/2010/main" val="2805723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sv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4" Type="http://schemas.openxmlformats.org/officeDocument/2006/relationships/theme" Target="../theme/theme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形 1">
            <a:extLst>
              <a:ext uri="{FF2B5EF4-FFF2-40B4-BE49-F238E27FC236}">
                <a16:creationId xmlns:a16="http://schemas.microsoft.com/office/drawing/2014/main" id="{2AF40A4C-1FC6-C591-0585-7320B21E306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 l="8081" t="21237" r="10346" b="18121"/>
          <a:stretch/>
        </p:blipFill>
        <p:spPr>
          <a:xfrm>
            <a:off x="9956716" y="152244"/>
            <a:ext cx="1848051" cy="605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915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4" r:id="rId2"/>
    <p:sldLayoutId id="2147483659" r:id="rId3"/>
    <p:sldLayoutId id="2147483666" r:id="rId4"/>
    <p:sldLayoutId id="2147483677" r:id="rId5"/>
    <p:sldLayoutId id="2147483678" r:id="rId6"/>
    <p:sldLayoutId id="2147483686" r:id="rId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zh-CN" altLang="en-US"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 userDrawn="1">
          <p15:clr>
            <a:srgbClr val="F26B43"/>
          </p15:clr>
        </p15:guide>
        <p15:guide id="2" pos="7256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28" userDrawn="1">
          <p15:clr>
            <a:srgbClr val="F26B43"/>
          </p15:clr>
        </p15:guide>
        <p15:guide id="6" orient="horz" pos="3864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7950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9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形 7">
            <a:extLst>
              <a:ext uri="{FF2B5EF4-FFF2-40B4-BE49-F238E27FC236}">
                <a16:creationId xmlns:a16="http://schemas.microsoft.com/office/drawing/2014/main" id="{D5FC8854-8C90-CD00-F013-8034EF541B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8081" t="21237" r="10346" b="18121"/>
          <a:stretch/>
        </p:blipFill>
        <p:spPr>
          <a:xfrm>
            <a:off x="9956716" y="152244"/>
            <a:ext cx="1848051" cy="605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307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形 8">
            <a:extLst>
              <a:ext uri="{FF2B5EF4-FFF2-40B4-BE49-F238E27FC236}">
                <a16:creationId xmlns:a16="http://schemas.microsoft.com/office/drawing/2014/main" id="{BCFD639D-1352-0D42-CD8B-50233028549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8081" t="21237" r="10346" b="18121"/>
          <a:stretch/>
        </p:blipFill>
        <p:spPr>
          <a:xfrm>
            <a:off x="9956716" y="152244"/>
            <a:ext cx="1848051" cy="605113"/>
          </a:xfrm>
          <a:prstGeom prst="rect">
            <a:avLst/>
          </a:prstGeom>
        </p:spPr>
      </p:pic>
      <p:sp>
        <p:nvSpPr>
          <p:cNvPr id="32" name="椭圆 31">
            <a:extLst>
              <a:ext uri="{FF2B5EF4-FFF2-40B4-BE49-F238E27FC236}">
                <a16:creationId xmlns:a16="http://schemas.microsoft.com/office/drawing/2014/main" id="{3B0EC498-20A1-566B-4915-5207C059B018}"/>
              </a:ext>
            </a:extLst>
          </p:cNvPr>
          <p:cNvSpPr/>
          <p:nvPr userDrawn="1"/>
        </p:nvSpPr>
        <p:spPr>
          <a:xfrm>
            <a:off x="751355" y="2336538"/>
            <a:ext cx="2111502" cy="2111502"/>
          </a:xfrm>
          <a:prstGeom prst="ellipse">
            <a:avLst/>
          </a:prstGeom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558725F1-EF53-00F4-5D5F-187168DD6A01}"/>
              </a:ext>
            </a:extLst>
          </p:cNvPr>
          <p:cNvSpPr/>
          <p:nvPr userDrawn="1"/>
        </p:nvSpPr>
        <p:spPr>
          <a:xfrm>
            <a:off x="-625683" y="959500"/>
            <a:ext cx="4865579" cy="4865579"/>
          </a:xfrm>
          <a:prstGeom prst="ellipse">
            <a:avLst/>
          </a:prstGeom>
          <a:noFill/>
          <a:ln w="12700" cap="flat" cmpd="sng" algn="ctr">
            <a:solidFill>
              <a:schemeClr val="accent1">
                <a:alpha val="500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椭圆 32">
            <a:extLst>
              <a:ext uri="{FF2B5EF4-FFF2-40B4-BE49-F238E27FC236}">
                <a16:creationId xmlns:a16="http://schemas.microsoft.com/office/drawing/2014/main" id="{E0CB1513-F0AF-DFD8-F01B-E3C9C30338CD}"/>
              </a:ext>
            </a:extLst>
          </p:cNvPr>
          <p:cNvSpPr/>
          <p:nvPr userDrawn="1"/>
        </p:nvSpPr>
        <p:spPr>
          <a:xfrm>
            <a:off x="255264" y="1840447"/>
            <a:ext cx="3103685" cy="3103685"/>
          </a:xfrm>
          <a:prstGeom prst="ellipse">
            <a:avLst/>
          </a:prstGeom>
          <a:noFill/>
          <a:ln>
            <a:solidFill>
              <a:schemeClr val="accent1">
                <a:alpha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068B7EDE-A4CF-8360-8241-A673D650AA78}"/>
              </a:ext>
            </a:extLst>
          </p:cNvPr>
          <p:cNvSpPr/>
          <p:nvPr userDrawn="1"/>
        </p:nvSpPr>
        <p:spPr>
          <a:xfrm>
            <a:off x="-1544721" y="-114518"/>
            <a:ext cx="7013615" cy="7013615"/>
          </a:xfrm>
          <a:prstGeom prst="ellipse">
            <a:avLst/>
          </a:prstGeom>
          <a:noFill/>
          <a:ln w="12700" cap="flat" cmpd="sng" algn="ctr">
            <a:solidFill>
              <a:schemeClr val="accent1">
                <a:alpha val="300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4D51DB15-8344-2ACA-142F-30B0A0200C56}"/>
              </a:ext>
            </a:extLst>
          </p:cNvPr>
          <p:cNvSpPr/>
          <p:nvPr userDrawn="1"/>
        </p:nvSpPr>
        <p:spPr>
          <a:xfrm>
            <a:off x="3015513" y="0"/>
            <a:ext cx="6784703" cy="6858000"/>
          </a:xfrm>
          <a:prstGeom prst="rect">
            <a:avLst/>
          </a:prstGeom>
          <a:gradFill flip="none" rotWithShape="1">
            <a:gsLst>
              <a:gs pos="27000">
                <a:schemeClr val="bg1"/>
              </a:gs>
              <a:gs pos="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7413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椭圆 10">
            <a:extLst>
              <a:ext uri="{FF2B5EF4-FFF2-40B4-BE49-F238E27FC236}">
                <a16:creationId xmlns:a16="http://schemas.microsoft.com/office/drawing/2014/main" id="{40922FA6-892F-6E62-25A7-4EFD4311B4B7}"/>
              </a:ext>
            </a:extLst>
          </p:cNvPr>
          <p:cNvSpPr/>
          <p:nvPr userDrawn="1"/>
        </p:nvSpPr>
        <p:spPr>
          <a:xfrm>
            <a:off x="573736" y="4742367"/>
            <a:ext cx="588089" cy="588089"/>
          </a:xfrm>
          <a:prstGeom prst="ellipse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589EB921-EFFD-8A13-0578-9909E3F67A28}"/>
              </a:ext>
            </a:extLst>
          </p:cNvPr>
          <p:cNvSpPr/>
          <p:nvPr userDrawn="1"/>
        </p:nvSpPr>
        <p:spPr>
          <a:xfrm>
            <a:off x="2449602" y="4027163"/>
            <a:ext cx="926888" cy="926888"/>
          </a:xfrm>
          <a:prstGeom prst="ellipse">
            <a:avLst/>
          </a:prstGeom>
          <a:solidFill>
            <a:schemeClr val="accent1">
              <a:lumMod val="20000"/>
              <a:lumOff val="80000"/>
              <a:alpha val="6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0DBB1E70-A6B4-325D-7E84-2D8D403E507E}"/>
              </a:ext>
            </a:extLst>
          </p:cNvPr>
          <p:cNvSpPr/>
          <p:nvPr userDrawn="1"/>
        </p:nvSpPr>
        <p:spPr>
          <a:xfrm>
            <a:off x="2274547" y="2102046"/>
            <a:ext cx="1590676" cy="1590676"/>
          </a:xfrm>
          <a:prstGeom prst="ellipse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938C16E6-FCD9-2FF6-E0D9-862FBA97E38E}"/>
              </a:ext>
            </a:extLst>
          </p:cNvPr>
          <p:cNvSpPr/>
          <p:nvPr userDrawn="1"/>
        </p:nvSpPr>
        <p:spPr>
          <a:xfrm>
            <a:off x="320390" y="1512575"/>
            <a:ext cx="804338" cy="804338"/>
          </a:xfrm>
          <a:prstGeom prst="ellipse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90B5C771-860C-6FE3-9141-296A747F7EC0}"/>
              </a:ext>
            </a:extLst>
          </p:cNvPr>
          <p:cNvSpPr/>
          <p:nvPr userDrawn="1"/>
        </p:nvSpPr>
        <p:spPr>
          <a:xfrm>
            <a:off x="2745115" y="1787721"/>
            <a:ext cx="314325" cy="314325"/>
          </a:xfrm>
          <a:prstGeom prst="ellipse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CC734A62-48DA-F6ED-AF10-0C9224E0A0EE}"/>
              </a:ext>
            </a:extLst>
          </p:cNvPr>
          <p:cNvSpPr/>
          <p:nvPr userDrawn="1"/>
        </p:nvSpPr>
        <p:spPr>
          <a:xfrm>
            <a:off x="594793" y="2155519"/>
            <a:ext cx="2544671" cy="254467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圆: 空心 2">
            <a:extLst>
              <a:ext uri="{FF2B5EF4-FFF2-40B4-BE49-F238E27FC236}">
                <a16:creationId xmlns:a16="http://schemas.microsoft.com/office/drawing/2014/main" id="{D9836D2B-C9DD-3FC5-793A-4907096EF00C}"/>
              </a:ext>
            </a:extLst>
          </p:cNvPr>
          <p:cNvSpPr/>
          <p:nvPr userDrawn="1"/>
        </p:nvSpPr>
        <p:spPr>
          <a:xfrm>
            <a:off x="445476" y="2002997"/>
            <a:ext cx="2852005" cy="2852005"/>
          </a:xfrm>
          <a:prstGeom prst="donut">
            <a:avLst>
              <a:gd name="adj" fmla="val 6497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9827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3" r:id="rId2"/>
    <p:sldLayoutId id="2147483684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E114D5-9D49-7225-E5E2-41EB2357CF8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就业指导课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8966428-CCB2-BA20-6795-2C913DCE3AA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60400" y="3586894"/>
            <a:ext cx="4695371" cy="563562"/>
          </a:xfrm>
        </p:spPr>
        <p:txBody>
          <a:bodyPr/>
          <a:lstStyle/>
          <a:p>
            <a:r>
              <a:rPr lang="zh-CN" altLang="en-US" sz="2000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为你的求职过程，提供全面的就业指导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5355386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E00ECC6D-3827-3A76-B747-C952A4954A9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58201" y="1662411"/>
            <a:ext cx="3692525" cy="3813941"/>
          </a:xfrm>
        </p:spPr>
        <p:txBody>
          <a:bodyPr/>
          <a:lstStyle/>
          <a:p>
            <a:r>
              <a:rPr lang="zh-CN" altLang="en-US" b="0" dirty="0">
                <a:effectLst/>
              </a:rPr>
              <a:t>简历编写</a:t>
            </a:r>
          </a:p>
          <a:p>
            <a:r>
              <a:rPr lang="zh-CN" altLang="en-US" dirty="0">
                <a:effectLst/>
              </a:rPr>
              <a:t>公司分</a:t>
            </a:r>
            <a:r>
              <a:rPr lang="zh-CN" altLang="en-US" b="0" dirty="0">
                <a:effectLst/>
              </a:rPr>
              <a:t>类</a:t>
            </a:r>
          </a:p>
          <a:p>
            <a:r>
              <a:rPr lang="zh-CN" altLang="en-US" b="0" dirty="0">
                <a:effectLst/>
              </a:rPr>
              <a:t>面试流程</a:t>
            </a:r>
          </a:p>
          <a:p>
            <a:r>
              <a:rPr lang="zh-CN" altLang="en-US" dirty="0"/>
              <a:t>入职</a:t>
            </a:r>
            <a:r>
              <a:rPr lang="zh-CN" altLang="en-US" b="0" dirty="0">
                <a:effectLst/>
              </a:rPr>
              <a:t>准备</a:t>
            </a:r>
          </a:p>
          <a:p>
            <a:endParaRPr lang="en-US" altLang="zh-CN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9D7AF3E-6A26-5263-FE59-7247DC2F11CB}"/>
              </a:ext>
            </a:extLst>
          </p:cNvPr>
          <p:cNvSpPr txBox="1"/>
          <p:nvPr/>
        </p:nvSpPr>
        <p:spPr>
          <a:xfrm>
            <a:off x="8232949" y="2302766"/>
            <a:ext cx="3647551" cy="3844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/>
              <a:t>基本框架、亮点打造、精准投递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01A300B-6554-2B45-CE7D-6279285FB878}"/>
              </a:ext>
            </a:extLst>
          </p:cNvPr>
          <p:cNvSpPr txBox="1"/>
          <p:nvPr/>
        </p:nvSpPr>
        <p:spPr>
          <a:xfrm>
            <a:off x="8232949" y="3402839"/>
            <a:ext cx="3647551" cy="3844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/>
              <a:t>人事面试、技术面试，面试技巧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3B65F34-DB8B-348C-34BF-2EA10F9259C5}"/>
              </a:ext>
            </a:extLst>
          </p:cNvPr>
          <p:cNvSpPr txBox="1"/>
          <p:nvPr/>
        </p:nvSpPr>
        <p:spPr>
          <a:xfrm>
            <a:off x="8232949" y="3967222"/>
            <a:ext cx="3647551" cy="3844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/>
              <a:t>入职资料、五险一金、薪资组成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D4FA4F4-FE0D-A545-58C3-7D2F38E8D31F}"/>
              </a:ext>
            </a:extLst>
          </p:cNvPr>
          <p:cNvSpPr txBox="1"/>
          <p:nvPr/>
        </p:nvSpPr>
        <p:spPr>
          <a:xfrm>
            <a:off x="8232949" y="2843031"/>
            <a:ext cx="3647551" cy="3844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/>
              <a:t>外包、甲方</a:t>
            </a:r>
          </a:p>
        </p:txBody>
      </p:sp>
    </p:spTree>
    <p:extLst>
      <p:ext uri="{BB962C8B-B14F-4D97-AF65-F5344CB8AC3E}">
        <p14:creationId xmlns:p14="http://schemas.microsoft.com/office/powerpoint/2010/main" val="278383925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9" grpId="0"/>
      <p:bldP spid="1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CDF29933-F855-28BA-DB2D-C66643FB5F3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简历编写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F2B7515-C8CD-DC17-224B-7BEDE5890E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基本组成</a:t>
            </a:r>
            <a:endParaRPr lang="en-US" altLang="zh-CN" dirty="0"/>
          </a:p>
          <a:p>
            <a:r>
              <a:rPr lang="zh-CN" altLang="en-US" dirty="0"/>
              <a:t>简历投递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D8181E1-E7DC-FBCA-8C17-CF68CB21BB6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/>
              <a:t>01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835769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6C5599CC-E928-37ED-4055-A97EED3BA7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2"/>
            <a:ext cx="11060481" cy="496638"/>
          </a:xfrm>
        </p:spPr>
        <p:txBody>
          <a:bodyPr/>
          <a:lstStyle/>
          <a:p>
            <a:pPr marL="0" indent="0">
              <a:lnSpc>
                <a:spcPct val="130000"/>
              </a:lnSpc>
              <a:spcBef>
                <a:spcPct val="0"/>
              </a:spcBef>
              <a:buFont typeface="Arial" panose="020B0604020202090204" pitchFamily="34" charset="0"/>
              <a:buNone/>
            </a:pPr>
            <a:r>
              <a:rPr lang="zh-CN" altLang="en-US" sz="2000" b="1" dirty="0">
                <a:latin typeface="Alibaba PuHuiTi Regular" panose="00020600040101010101" charset="-122"/>
                <a:ea typeface="Alibaba PuHuiTi Regular" panose="00020600040101010101" charset="-122"/>
                <a:cs typeface="Alibaba PuHuiTi Regular" panose="00020600040101010101" charset="-122"/>
                <a:sym typeface="+mn-ea"/>
              </a:rPr>
              <a:t>基本信息</a:t>
            </a:r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1A7FD14C-9DDA-736C-00B1-B59B6A0AB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基本组成</a:t>
            </a:r>
          </a:p>
        </p:txBody>
      </p:sp>
      <p:pic>
        <p:nvPicPr>
          <p:cNvPr id="9" name="!!基本信息">
            <a:extLst>
              <a:ext uri="{FF2B5EF4-FFF2-40B4-BE49-F238E27FC236}">
                <a16:creationId xmlns:a16="http://schemas.microsoft.com/office/drawing/2014/main" id="{EFC780A8-B8B2-C27D-DDC6-ED3AD9A839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400" y="4162425"/>
            <a:ext cx="9077325" cy="1971675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C806C54D-7FB0-26C0-E860-81BBEAD6D2BF}"/>
              </a:ext>
            </a:extLst>
          </p:cNvPr>
          <p:cNvSpPr txBox="1"/>
          <p:nvPr/>
        </p:nvSpPr>
        <p:spPr>
          <a:xfrm>
            <a:off x="660400" y="6344186"/>
            <a:ext cx="609437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600" b="1" dirty="0">
                <a:solidFill>
                  <a:srgbClr val="C00000"/>
                </a:solidFill>
                <a:ea typeface="Alibaba PuHuiTi B"/>
                <a:sym typeface="+mn-ea"/>
              </a:rPr>
              <a:t>原则：不要将自己的</a:t>
            </a:r>
            <a:r>
              <a:rPr lang="en-US" altLang="zh-CN" sz="1600" b="1" dirty="0">
                <a:solidFill>
                  <a:srgbClr val="C00000"/>
                </a:solidFill>
                <a:ea typeface="Alibaba PuHuiTi B"/>
                <a:sym typeface="+mn-ea"/>
              </a:rPr>
              <a:t> </a:t>
            </a:r>
            <a:r>
              <a:rPr lang="zh-CN" altLang="zh-CN" sz="1600" b="1" dirty="0">
                <a:solidFill>
                  <a:srgbClr val="C00000"/>
                </a:solidFill>
                <a:ea typeface="Alibaba PuHuiTi B"/>
                <a:sym typeface="+mn-ea"/>
              </a:rPr>
              <a:t>缺点</a:t>
            </a:r>
            <a:r>
              <a:rPr lang="en-US" altLang="zh-CN" sz="1600" b="1" dirty="0">
                <a:solidFill>
                  <a:srgbClr val="C00000"/>
                </a:solidFill>
                <a:ea typeface="Alibaba PuHuiTi B"/>
                <a:sym typeface="+mn-ea"/>
              </a:rPr>
              <a:t>/</a:t>
            </a:r>
            <a:r>
              <a:rPr lang="zh-CN" altLang="en-US" sz="1600" b="1" dirty="0">
                <a:solidFill>
                  <a:srgbClr val="C00000"/>
                </a:solidFill>
                <a:ea typeface="Alibaba PuHuiTi B"/>
                <a:sym typeface="+mn-ea"/>
              </a:rPr>
              <a:t>弱项</a:t>
            </a:r>
            <a:r>
              <a:rPr lang="en-US" altLang="zh-CN" sz="1600" b="1" dirty="0">
                <a:solidFill>
                  <a:srgbClr val="C00000"/>
                </a:solidFill>
                <a:ea typeface="Alibaba PuHuiTi B"/>
                <a:sym typeface="+mn-ea"/>
              </a:rPr>
              <a:t> </a:t>
            </a:r>
            <a:r>
              <a:rPr lang="zh-CN" altLang="zh-CN" sz="1600" b="1" dirty="0">
                <a:solidFill>
                  <a:srgbClr val="C00000"/>
                </a:solidFill>
                <a:ea typeface="Alibaba PuHuiTi B"/>
                <a:sym typeface="+mn-ea"/>
              </a:rPr>
              <a:t>留在基本信息栏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7C463A2E-6B62-ADF6-62E6-4B2D65AC822C}"/>
              </a:ext>
            </a:extLst>
          </p:cNvPr>
          <p:cNvGrpSpPr/>
          <p:nvPr/>
        </p:nvGrpSpPr>
        <p:grpSpPr>
          <a:xfrm>
            <a:off x="660400" y="1684980"/>
            <a:ext cx="9093199" cy="2145340"/>
            <a:chOff x="660400" y="1684980"/>
            <a:chExt cx="9093199" cy="2145340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6E548E81-E3E4-C2DA-675A-A5F2FCC064AB}"/>
                </a:ext>
              </a:extLst>
            </p:cNvPr>
            <p:cNvSpPr/>
            <p:nvPr/>
          </p:nvSpPr>
          <p:spPr>
            <a:xfrm>
              <a:off x="660400" y="1684980"/>
              <a:ext cx="9072879" cy="214534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内容占位符 1">
              <a:extLst>
                <a:ext uri="{FF2B5EF4-FFF2-40B4-BE49-F238E27FC236}">
                  <a16:creationId xmlns:a16="http://schemas.microsoft.com/office/drawing/2014/main" id="{B608AFAB-2B70-29E8-7141-6B2F8A300F47}"/>
                </a:ext>
              </a:extLst>
            </p:cNvPr>
            <p:cNvSpPr txBox="1">
              <a:spLocks/>
            </p:cNvSpPr>
            <p:nvPr/>
          </p:nvSpPr>
          <p:spPr>
            <a:xfrm>
              <a:off x="690880" y="1699260"/>
              <a:ext cx="9062719" cy="2120900"/>
            </a:xfrm>
            <a:prstGeom prst="rect">
              <a:avLst/>
            </a:prstGeom>
            <a:solidFill>
              <a:schemeClr val="bg1">
                <a:lumMod val="95000"/>
                <a:alpha val="29000"/>
              </a:schemeClr>
            </a:solidFill>
          </p:spPr>
          <p:txBody>
            <a:bodyPr/>
            <a:lstStyle>
              <a:lvl1pPr marL="0" indent="0" algn="l" defTabSz="914400" rtl="0" eaLnBrk="1" latinLnBrk="0" hangingPunct="1">
                <a:lnSpc>
                  <a:spcPct val="15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200000"/>
                </a:lnSpc>
                <a:spcBef>
                  <a:spcPct val="0"/>
                </a:spcBef>
              </a:pPr>
              <a:r>
                <a:rPr lang="en-US" altLang="zh-CN" dirty="0">
                  <a:ea typeface="Alibaba PuHuiTi B"/>
                </a:rPr>
                <a:t> </a:t>
              </a:r>
              <a:r>
                <a:rPr lang="en-US" altLang="zh-CN" dirty="0" err="1">
                  <a:ea typeface="Alibaba PuHuiTi B"/>
                </a:rPr>
                <a:t>姓名</a:t>
              </a:r>
              <a:r>
                <a:rPr lang="zh-CN" altLang="en-US" dirty="0">
                  <a:ea typeface="Alibaba PuHuiTi B"/>
                </a:rPr>
                <a:t>：李传播</a:t>
              </a:r>
              <a:r>
                <a:rPr lang="en-US" altLang="zh-CN" dirty="0">
                  <a:ea typeface="Alibaba PuHuiTi B"/>
                </a:rPr>
                <a:t>			     </a:t>
              </a:r>
              <a:r>
                <a:rPr lang="zh-CN" altLang="en-US" dirty="0">
                  <a:ea typeface="Alibaba PuHuiTi B"/>
                </a:rPr>
                <a:t>年   龄：</a:t>
              </a:r>
              <a:r>
                <a:rPr lang="en-US" altLang="zh-CN" dirty="0">
                  <a:ea typeface="Alibaba PuHuiTi B"/>
                  <a:sym typeface="+mn-ea"/>
                </a:rPr>
                <a:t>28</a:t>
              </a:r>
              <a:r>
                <a:rPr lang="zh-CN" altLang="en-US" dirty="0">
                  <a:ea typeface="Alibaba PuHuiTi B"/>
                </a:rPr>
                <a:t>	</a:t>
              </a:r>
            </a:p>
            <a:p>
              <a:pPr>
                <a:lnSpc>
                  <a:spcPct val="200000"/>
                </a:lnSpc>
                <a:spcBef>
                  <a:spcPct val="0"/>
                </a:spcBef>
                <a:buFont typeface="Arial" panose="020B0604020202090204" pitchFamily="34" charset="0"/>
                <a:buNone/>
              </a:pPr>
              <a:r>
                <a:rPr lang="en-US" altLang="zh-CN" dirty="0">
                  <a:latin typeface="Alibaba PuHuiTi Regular" panose="00020600040101010101" charset="-122"/>
                  <a:ea typeface="Alibaba PuHuiTi B"/>
                  <a:cs typeface="Alibaba PuHuiTi Regular" panose="00020600040101010101" charset="-122"/>
                </a:rPr>
                <a:t>  </a:t>
              </a:r>
              <a:r>
                <a:rPr lang="zh-CN" altLang="en-US" dirty="0">
                  <a:ea typeface="Alibaba PuHuiTi B"/>
                  <a:sym typeface="+mn-ea"/>
                </a:rPr>
                <a:t>性别：男</a:t>
              </a:r>
              <a:r>
                <a:rPr lang="en-US" altLang="zh-CN" dirty="0">
                  <a:latin typeface="Alibaba PuHuiTi Regular" panose="00020600040101010101" charset="-122"/>
                  <a:ea typeface="Alibaba PuHuiTi B"/>
                  <a:cs typeface="Alibaba PuHuiTi Regular" panose="00020600040101010101" charset="-122"/>
                </a:rPr>
                <a:t>		                             </a:t>
              </a:r>
              <a:r>
                <a:rPr lang="zh-CN" altLang="en-US" dirty="0">
                  <a:latin typeface="Alibaba PuHuiTi Regular" panose="00020600040101010101" charset="-122"/>
                  <a:ea typeface="Alibaba PuHuiTi B"/>
                  <a:cs typeface="Alibaba PuHuiTi Regular" panose="00020600040101010101" charset="-122"/>
                </a:rPr>
                <a:t>工作年限：</a:t>
              </a:r>
              <a:r>
                <a:rPr lang="en-US" altLang="zh-CN" dirty="0">
                  <a:ea typeface="Alibaba PuHuiTi B"/>
                  <a:sym typeface="+mn-ea"/>
                </a:rPr>
                <a:t>5</a:t>
              </a:r>
              <a:r>
                <a:rPr lang="zh-CN" altLang="en-US" dirty="0">
                  <a:ea typeface="Alibaba PuHuiTi B"/>
                  <a:sym typeface="+mn-ea"/>
                </a:rPr>
                <a:t>年</a:t>
              </a:r>
              <a:r>
                <a:rPr lang="zh-CN" altLang="en-US" dirty="0">
                  <a:ea typeface="Alibaba PuHuiTi B"/>
                </a:rPr>
                <a:t>	</a:t>
              </a:r>
              <a:endParaRPr lang="en-US" altLang="zh-CN" dirty="0">
                <a:ea typeface="Alibaba PuHuiTi B"/>
              </a:endParaRPr>
            </a:p>
            <a:p>
              <a:pPr>
                <a:lnSpc>
                  <a:spcPct val="200000"/>
                </a:lnSpc>
                <a:spcBef>
                  <a:spcPct val="0"/>
                </a:spcBef>
              </a:pPr>
              <a:r>
                <a:rPr lang="en-US" altLang="zh-CN" dirty="0">
                  <a:ea typeface="Alibaba PuHuiTi B"/>
                </a:rPr>
                <a:t> </a:t>
              </a:r>
              <a:r>
                <a:rPr lang="en-US" altLang="zh-CN" dirty="0" err="1">
                  <a:ea typeface="Alibaba PuHuiTi B"/>
                </a:rPr>
                <a:t>电话</a:t>
              </a:r>
              <a:r>
                <a:rPr lang="zh-CN" altLang="en-US" dirty="0">
                  <a:ea typeface="Alibaba PuHuiTi B"/>
                </a:rPr>
                <a:t>：</a:t>
              </a:r>
              <a:r>
                <a:rPr lang="en-US" altLang="zh-CN" dirty="0">
                  <a:ea typeface="Alibaba PuHuiTi B"/>
                </a:rPr>
                <a:t>19900001111</a:t>
              </a:r>
              <a:r>
                <a:rPr lang="en-US" altLang="zh-CN" dirty="0">
                  <a:ea typeface="Alibaba PuHuiTi B"/>
                  <a:sym typeface="+mn-ea"/>
                </a:rPr>
                <a:t>                  </a:t>
              </a:r>
              <a:r>
                <a:rPr lang="zh-CN" altLang="en-US" dirty="0">
                  <a:ea typeface="Alibaba PuHuiTi B"/>
                </a:rPr>
                <a:t>籍   贯：安徽合肥</a:t>
              </a:r>
              <a:r>
                <a:rPr lang="en-US" altLang="zh-CN" dirty="0">
                  <a:ea typeface="Alibaba PuHuiTi B"/>
                </a:rPr>
                <a:t>	</a:t>
              </a:r>
              <a:endParaRPr lang="en-US" altLang="zh-CN" dirty="0">
                <a:ea typeface="Alibaba PuHuiTi B"/>
                <a:sym typeface="+mn-ea"/>
              </a:endParaRPr>
            </a:p>
            <a:p>
              <a:pPr>
                <a:lnSpc>
                  <a:spcPct val="200000"/>
                </a:lnSpc>
                <a:spcBef>
                  <a:spcPct val="0"/>
                </a:spcBef>
              </a:pPr>
              <a:r>
                <a:rPr lang="en-US" altLang="zh-CN" dirty="0">
                  <a:ea typeface="Alibaba PuHuiTi B"/>
                </a:rPr>
                <a:t> </a:t>
              </a:r>
              <a:r>
                <a:rPr lang="en-US" altLang="zh-CN" dirty="0" err="1">
                  <a:ea typeface="Alibaba PuHuiTi B"/>
                </a:rPr>
                <a:t>邮箱</a:t>
              </a:r>
              <a:r>
                <a:rPr lang="zh-CN" altLang="en-US" dirty="0">
                  <a:ea typeface="Alibaba PuHuiTi B"/>
                </a:rPr>
                <a:t>：</a:t>
              </a:r>
              <a:r>
                <a:rPr lang="en-US" altLang="zh-CN" dirty="0">
                  <a:ea typeface="Alibaba PuHuiTi B"/>
                </a:rPr>
                <a:t>lichuanbo@itcast.cn	     </a:t>
              </a:r>
              <a:r>
                <a:rPr lang="zh-CN" altLang="en-US" dirty="0">
                  <a:ea typeface="Alibaba PuHuiTi B"/>
                </a:rPr>
                <a:t>学   历：本科</a:t>
              </a:r>
              <a:r>
                <a:rPr lang="en-US" altLang="zh-CN" dirty="0">
                  <a:ea typeface="Alibaba PuHuiTi B"/>
                  <a:sym typeface="+mn-ea"/>
                </a:rPr>
                <a:t>(</a:t>
              </a:r>
              <a:r>
                <a:rPr lang="en-US" altLang="zh-CN" dirty="0" err="1">
                  <a:ea typeface="Alibaba PuHuiTi B"/>
                  <a:sym typeface="+mn-ea"/>
                </a:rPr>
                <a:t>一本</a:t>
              </a:r>
              <a:r>
                <a:rPr lang="en-US" altLang="zh-CN" dirty="0">
                  <a:ea typeface="Alibaba PuHuiTi B"/>
                  <a:sym typeface="+mn-ea"/>
                </a:rPr>
                <a:t>/985/211)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631195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1A7FD14C-9DDA-736C-00B1-B59B6A0AB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基本组成</a:t>
            </a:r>
          </a:p>
        </p:txBody>
      </p:sp>
      <p:pic>
        <p:nvPicPr>
          <p:cNvPr id="9" name="!!基本信息">
            <a:extLst>
              <a:ext uri="{FF2B5EF4-FFF2-40B4-BE49-F238E27FC236}">
                <a16:creationId xmlns:a16="http://schemas.microsoft.com/office/drawing/2014/main" id="{EFC780A8-B8B2-C27D-DDC6-ED3AD9A839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400" y="1130300"/>
            <a:ext cx="9077325" cy="1971675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F0151A17-21C4-8DD3-9940-5EDE9E4A082C}"/>
              </a:ext>
            </a:extLst>
          </p:cNvPr>
          <p:cNvSpPr txBox="1"/>
          <p:nvPr/>
        </p:nvSpPr>
        <p:spPr>
          <a:xfrm>
            <a:off x="553395" y="3431725"/>
            <a:ext cx="609437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600" b="1" dirty="0">
                <a:solidFill>
                  <a:srgbClr val="C00000"/>
                </a:solidFill>
                <a:ea typeface="Alibaba PuHuiTi B"/>
                <a:sym typeface="+mn-ea"/>
              </a:rPr>
              <a:t>缺点</a:t>
            </a:r>
            <a:r>
              <a:rPr lang="en-US" altLang="zh-CN" sz="1600" b="1" dirty="0">
                <a:solidFill>
                  <a:srgbClr val="C00000"/>
                </a:solidFill>
                <a:ea typeface="Alibaba PuHuiTi B"/>
                <a:sym typeface="+mn-ea"/>
              </a:rPr>
              <a:t>/</a:t>
            </a:r>
            <a:r>
              <a:rPr lang="zh-CN" altLang="en-US" sz="1600" b="1" dirty="0">
                <a:solidFill>
                  <a:srgbClr val="C00000"/>
                </a:solidFill>
                <a:ea typeface="Alibaba PuHuiTi B"/>
                <a:sym typeface="+mn-ea"/>
              </a:rPr>
              <a:t>弱项</a:t>
            </a:r>
            <a:endParaRPr lang="zh-CN" altLang="zh-CN" sz="1600" b="1" dirty="0">
              <a:solidFill>
                <a:srgbClr val="C00000"/>
              </a:solidFill>
              <a:ea typeface="Alibaba PuHuiTi B"/>
              <a:sym typeface="+mn-ea"/>
            </a:endParaRPr>
          </a:p>
        </p:txBody>
      </p:sp>
      <p:sp>
        <p:nvSpPr>
          <p:cNvPr id="17" name="内容占位符 1">
            <a:extLst>
              <a:ext uri="{FF2B5EF4-FFF2-40B4-BE49-F238E27FC236}">
                <a16:creationId xmlns:a16="http://schemas.microsoft.com/office/drawing/2014/main" id="{0217BAA0-BA00-07B2-5219-B126308834B7}"/>
              </a:ext>
            </a:extLst>
          </p:cNvPr>
          <p:cNvSpPr txBox="1">
            <a:spLocks/>
          </p:cNvSpPr>
          <p:nvPr/>
        </p:nvSpPr>
        <p:spPr>
          <a:xfrm>
            <a:off x="786961" y="3867244"/>
            <a:ext cx="9485448" cy="261137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buFont typeface="+mj-lt"/>
              <a:buAutoNum type="arabicPeriod"/>
            </a:pPr>
            <a:r>
              <a:rPr lang="zh-CN" altLang="en-US" b="1" dirty="0"/>
              <a:t>年龄</a:t>
            </a:r>
            <a:r>
              <a:rPr lang="zh-CN" altLang="en-US" dirty="0"/>
              <a:t>：对于不同职位，过于年长或年轻可能分别引发适应性和经验成熟度的担忧</a:t>
            </a:r>
          </a:p>
          <a:p>
            <a:pPr algn="l">
              <a:buFont typeface="+mj-lt"/>
              <a:buAutoNum type="arabicPeriod"/>
            </a:pPr>
            <a:r>
              <a:rPr lang="zh-CN" altLang="en-US" b="1" dirty="0"/>
              <a:t>学历背景</a:t>
            </a:r>
            <a:r>
              <a:rPr lang="zh-CN" altLang="en-US" dirty="0"/>
              <a:t>：低于职位要求的学历或非传统学历可能成为弱项，影响求职竞争力</a:t>
            </a:r>
          </a:p>
          <a:p>
            <a:pPr algn="l">
              <a:buFont typeface="+mj-lt"/>
              <a:buAutoNum type="arabicPeriod"/>
            </a:pPr>
            <a:r>
              <a:rPr lang="zh-CN" altLang="en-US" b="1" dirty="0"/>
              <a:t>工作经验年限</a:t>
            </a:r>
            <a:r>
              <a:rPr lang="zh-CN" altLang="en-US" dirty="0"/>
              <a:t>：不足或过长的工作经验年限都可能对求职产生不利影响</a:t>
            </a:r>
            <a:endParaRPr lang="en-US" altLang="zh-CN" dirty="0"/>
          </a:p>
          <a:p>
            <a:pPr algn="l">
              <a:buFont typeface="+mj-lt"/>
              <a:buAutoNum type="arabicPeriod"/>
            </a:pPr>
            <a:r>
              <a:rPr lang="zh-CN" altLang="en-US" dirty="0"/>
              <a:t>户籍或居住地：在特定情况下，户籍或居住地可能成为限制因素</a:t>
            </a:r>
            <a:endParaRPr lang="en-US" altLang="zh-CN" dirty="0"/>
          </a:p>
          <a:p>
            <a:pPr algn="l">
              <a:buFont typeface="+mj-lt"/>
              <a:buAutoNum type="arabicPeriod"/>
            </a:pPr>
            <a:r>
              <a:rPr lang="zh-CN" altLang="en-US" dirty="0"/>
              <a:t>个人照片：简历中的照片质量及形象若不符合职位要求，可能给招聘方留下不佳印象</a:t>
            </a:r>
          </a:p>
        </p:txBody>
      </p:sp>
    </p:spTree>
    <p:extLst>
      <p:ext uri="{BB962C8B-B14F-4D97-AF65-F5344CB8AC3E}">
        <p14:creationId xmlns:p14="http://schemas.microsoft.com/office/powerpoint/2010/main" val="19499017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1A7FD14C-9DDA-736C-00B1-B59B6A0AB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基本组成</a:t>
            </a:r>
          </a:p>
        </p:txBody>
      </p:sp>
      <p:pic>
        <p:nvPicPr>
          <p:cNvPr id="8" name="!!基本信息">
            <a:extLst>
              <a:ext uri="{FF2B5EF4-FFF2-40B4-BE49-F238E27FC236}">
                <a16:creationId xmlns:a16="http://schemas.microsoft.com/office/drawing/2014/main" id="{DF539B08-D67F-ED64-AEC0-A076DDA8608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400" y="1028700"/>
            <a:ext cx="9229725" cy="318135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grpSp>
        <p:nvGrpSpPr>
          <p:cNvPr id="12" name="组合 11">
            <a:extLst>
              <a:ext uri="{FF2B5EF4-FFF2-40B4-BE49-F238E27FC236}">
                <a16:creationId xmlns:a16="http://schemas.microsoft.com/office/drawing/2014/main" id="{A164CBDE-FE0E-A467-5E27-3376C8D3ACD1}"/>
              </a:ext>
            </a:extLst>
          </p:cNvPr>
          <p:cNvGrpSpPr/>
          <p:nvPr/>
        </p:nvGrpSpPr>
        <p:grpSpPr>
          <a:xfrm>
            <a:off x="660400" y="4445539"/>
            <a:ext cx="9242357" cy="1594794"/>
            <a:chOff x="660400" y="4445539"/>
            <a:chExt cx="9242357" cy="1594794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4F485C53-0549-4796-4CF7-00CFAFA01830}"/>
                </a:ext>
              </a:extLst>
            </p:cNvPr>
            <p:cNvSpPr/>
            <p:nvPr/>
          </p:nvSpPr>
          <p:spPr>
            <a:xfrm>
              <a:off x="660400" y="4445539"/>
              <a:ext cx="9242357" cy="1546699"/>
            </a:xfrm>
            <a:prstGeom prst="rect">
              <a:avLst/>
            </a:prstGeom>
            <a:solidFill>
              <a:schemeClr val="bg1">
                <a:lumMod val="95000"/>
                <a:alpha val="29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6B0A06FF-893F-3455-4FE6-03D9D0F34875}"/>
                </a:ext>
              </a:extLst>
            </p:cNvPr>
            <p:cNvSpPr txBox="1"/>
            <p:nvPr/>
          </p:nvSpPr>
          <p:spPr>
            <a:xfrm>
              <a:off x="660400" y="4589551"/>
              <a:ext cx="9052560" cy="145078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pPr indent="0"/>
              <a:r>
                <a:rPr lang="zh-CN" altLang="en-US" sz="2000" b="1" dirty="0">
                  <a:latin typeface="Alibaba PuHuiTi Regular" panose="00020600040101010101" charset="-122"/>
                  <a:ea typeface="Alibaba PuHuiTi Regular" panose="00020600040101010101" charset="-122"/>
                  <a:cs typeface="Alibaba PuHuiTi Regular" panose="00020600040101010101" charset="-122"/>
                  <a:sym typeface="+mn-ea"/>
                </a:rPr>
                <a:t>教育背景</a:t>
              </a:r>
              <a:endParaRPr lang="zh-CN" altLang="en-US" sz="2000" b="1" dirty="0">
                <a:latin typeface="Alibaba PuHuiTi Regular" panose="00020600040101010101" charset="-122"/>
                <a:ea typeface="Alibaba PuHuiTi Regular" panose="00020600040101010101" charset="-122"/>
                <a:cs typeface="Alibaba PuHuiTi Regular" panose="00020600040101010101" charset="-122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2000" dirty="0">
                  <a:latin typeface="Alibaba PuHuiTi Regular" panose="00020600040101010101" charset="-122"/>
                  <a:ea typeface="Alibaba PuHuiTi Regular" panose="00020600040101010101" charset="-122"/>
                  <a:cs typeface="Alibaba PuHuiTi Regular" panose="00020600040101010101" charset="-122"/>
                </a:rPr>
                <a:t>时间		    </a:t>
              </a:r>
              <a:r>
                <a:rPr lang="en-US" altLang="zh-CN" sz="2000" dirty="0">
                  <a:latin typeface="Alibaba PuHuiTi Regular" panose="00020600040101010101" charset="-122"/>
                  <a:ea typeface="Alibaba PuHuiTi Regular" panose="00020600040101010101" charset="-122"/>
                  <a:cs typeface="Alibaba PuHuiTi Regular" panose="00020600040101010101" charset="-122"/>
                </a:rPr>
                <a:t> </a:t>
              </a:r>
              <a:r>
                <a:rPr lang="zh-CN" altLang="en-US" sz="2000" dirty="0">
                  <a:latin typeface="Alibaba PuHuiTi Regular" panose="00020600040101010101" charset="-122"/>
                  <a:ea typeface="Alibaba PuHuiTi Regular" panose="00020600040101010101" charset="-122"/>
                  <a:cs typeface="Alibaba PuHuiTi Regular" panose="00020600040101010101" charset="-122"/>
                </a:rPr>
                <a:t>学校		   专业</a:t>
              </a:r>
              <a:r>
                <a:rPr lang="en-US" altLang="zh-CN" sz="2000" dirty="0">
                  <a:solidFill>
                    <a:srgbClr val="FF0000"/>
                  </a:solidFill>
                  <a:latin typeface="Alibaba PuHuiTi Regular" panose="00020600040101010101" charset="-122"/>
                  <a:ea typeface="Alibaba PuHuiTi Regular" panose="00020600040101010101" charset="-122"/>
                  <a:cs typeface="Alibaba PuHuiTi Regular" panose="00020600040101010101" charset="-122"/>
                </a:rPr>
                <a:t>(</a:t>
              </a:r>
              <a:r>
                <a:rPr lang="zh-CN" altLang="en-US" sz="2000" dirty="0">
                  <a:solidFill>
                    <a:srgbClr val="FF0000"/>
                  </a:solidFill>
                  <a:latin typeface="Alibaba PuHuiTi Regular" panose="00020600040101010101" charset="-122"/>
                  <a:ea typeface="Alibaba PuHuiTi Regular" panose="00020600040101010101" charset="-122"/>
                  <a:cs typeface="Alibaba PuHuiTi Regular" panose="00020600040101010101" charset="-122"/>
                </a:rPr>
                <a:t>非本专业 可以不写</a:t>
              </a:r>
              <a:r>
                <a:rPr lang="en-US" altLang="zh-CN" sz="2000" dirty="0">
                  <a:solidFill>
                    <a:srgbClr val="FF0000"/>
                  </a:solidFill>
                  <a:latin typeface="Alibaba PuHuiTi Regular" panose="00020600040101010101" charset="-122"/>
                  <a:ea typeface="Alibaba PuHuiTi Regular" panose="00020600040101010101" charset="-122"/>
                  <a:cs typeface="Alibaba PuHuiTi Regular" panose="00020600040101010101" charset="-122"/>
                </a:rPr>
                <a:t>)                      </a:t>
              </a:r>
              <a:endParaRPr lang="en-US" altLang="zh-CN" sz="2000" dirty="0">
                <a:latin typeface="Alibaba PuHuiTi Regular" panose="00020600040101010101" charset="-122"/>
                <a:ea typeface="Alibaba PuHuiTi Regular" panose="00020600040101010101" charset="-122"/>
                <a:cs typeface="Alibaba PuHuiTi Regular" panose="00020600040101010101" charset="-122"/>
              </a:endParaRPr>
            </a:p>
            <a:p>
              <a:pPr indent="0">
                <a:lnSpc>
                  <a:spcPct val="150000"/>
                </a:lnSpc>
              </a:pPr>
              <a:r>
                <a:rPr lang="en-US" altLang="zh-CN" sz="1600" dirty="0">
                  <a:latin typeface="Alibaba PuHuiTi Regular" panose="00020600040101010101" charset="-122"/>
                  <a:ea typeface="Alibaba PuHuiTi Regular" panose="00020600040101010101" charset="-122"/>
                  <a:cs typeface="Alibaba PuHuiTi Regular" panose="00020600040101010101" charset="-122"/>
                </a:rPr>
                <a:t>2015.9-2019.6              </a:t>
              </a:r>
              <a:r>
                <a:rPr lang="zh-CN" altLang="en-US" sz="1600" dirty="0">
                  <a:latin typeface="Alibaba PuHuiTi Regular" panose="00020600040101010101" charset="-122"/>
                  <a:ea typeface="Alibaba PuHuiTi Regular" panose="00020600040101010101" charset="-122"/>
                  <a:cs typeface="Alibaba PuHuiTi Regular" panose="00020600040101010101" charset="-122"/>
                </a:rPr>
                <a:t>北京大学                 </a:t>
              </a:r>
              <a:r>
                <a:rPr lang="en-US" altLang="zh-CN" sz="1600" dirty="0">
                  <a:latin typeface="Alibaba PuHuiTi Regular" panose="00020600040101010101" charset="-122"/>
                  <a:ea typeface="Alibaba PuHuiTi Regular" panose="00020600040101010101" charset="-122"/>
                  <a:cs typeface="Alibaba PuHuiTi Regular" panose="00020600040101010101" charset="-122"/>
                </a:rPr>
                <a:t>  </a:t>
              </a:r>
              <a:r>
                <a:rPr lang="zh-CN" altLang="en-US" sz="1600" dirty="0">
                  <a:latin typeface="Alibaba PuHuiTi Regular" panose="00020600040101010101" charset="-122"/>
                  <a:ea typeface="Alibaba PuHuiTi Regular" panose="00020600040101010101" charset="-122"/>
                  <a:cs typeface="Alibaba PuHuiTi Regular" panose="00020600040101010101" charset="-122"/>
                </a:rPr>
                <a:t>计算机科学与技术	</a:t>
              </a:r>
              <a:r>
                <a:rPr lang="en-US" sz="1600" dirty="0">
                  <a:latin typeface="Alibaba PuHuiTi Regular" panose="00020600040101010101" charset="-122"/>
                  <a:ea typeface="Alibaba PuHuiTi Regular" panose="00020600040101010101" charset="-122"/>
                  <a:cs typeface="Alibaba PuHuiTi Regular" panose="00020600040101010101" charset="-122"/>
                </a:rPr>
                <a:t>	              </a:t>
              </a:r>
              <a:endParaRPr lang="en-US" altLang="zh-CN" sz="1600" dirty="0">
                <a:latin typeface="Alibaba PuHuiTi Regular" panose="00020600040101010101" charset="-122"/>
                <a:ea typeface="Alibaba PuHuiTi Regular" panose="00020600040101010101" charset="-122"/>
                <a:cs typeface="Alibaba PuHuiTi Regular" panose="00020600040101010101" charset="-122"/>
              </a:endParaRPr>
            </a:p>
            <a:p>
              <a:pPr indent="0">
                <a:lnSpc>
                  <a:spcPct val="150000"/>
                </a:lnSpc>
              </a:pPr>
              <a:r>
                <a:rPr lang="en-US" sz="1050" dirty="0">
                  <a:solidFill>
                    <a:schemeClr val="tx1"/>
                  </a:solidFill>
                  <a:latin typeface="Alibaba PuHuiTi Regular" panose="00020600040101010101" charset="-122"/>
                  <a:ea typeface="Alibaba PuHuiTi Regular" panose="00020600040101010101" charset="-122"/>
                  <a:cs typeface="Alibaba PuHuiTi Regular" panose="00020600040101010101" charset="-122"/>
                </a:rPr>
                <a:t>							</a:t>
              </a:r>
              <a:endParaRPr lang="en-US" altLang="en-US" sz="1050" dirty="0">
                <a:solidFill>
                  <a:schemeClr val="tx1"/>
                </a:solidFill>
                <a:latin typeface="Alibaba PuHuiTi Regular" panose="00020600040101010101" charset="-122"/>
                <a:ea typeface="Alibaba PuHuiTi Regular" panose="00020600040101010101" charset="-122"/>
                <a:cs typeface="Alibaba PuHuiTi Regular" panose="00020600040101010101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813870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6C5599CC-E928-37ED-4055-A97EED3BA7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522363"/>
          </a:xfrm>
        </p:spPr>
        <p:txBody>
          <a:bodyPr/>
          <a:lstStyle/>
          <a:p>
            <a:r>
              <a:rPr lang="zh-CN" altLang="en-US" sz="1800" dirty="0"/>
              <a:t>简历就是我们给人的第一印象</a:t>
            </a:r>
            <a:r>
              <a:rPr lang="en-US" altLang="zh-CN" sz="1800" dirty="0"/>
              <a:t>, </a:t>
            </a:r>
            <a:r>
              <a:rPr lang="zh-CN" altLang="en-US" sz="1800" dirty="0"/>
              <a:t>就像我们的</a:t>
            </a:r>
            <a:r>
              <a:rPr lang="zh-CN" altLang="en-US" sz="1800" b="1" dirty="0">
                <a:solidFill>
                  <a:srgbClr val="C00000"/>
                </a:solidFill>
              </a:rPr>
              <a:t>脸面</a:t>
            </a:r>
            <a:r>
              <a:rPr lang="zh-CN" altLang="en-US" sz="1800" dirty="0"/>
              <a:t>一样</a:t>
            </a:r>
            <a:r>
              <a:rPr lang="en-US" altLang="zh-CN" sz="1800" dirty="0"/>
              <a:t>, </a:t>
            </a:r>
            <a:r>
              <a:rPr lang="zh-CN" altLang="en-US" sz="1800" dirty="0"/>
              <a:t>简历</a:t>
            </a:r>
            <a:r>
              <a:rPr lang="zh-CN" altLang="en-US" sz="1800" b="1" dirty="0">
                <a:solidFill>
                  <a:srgbClr val="C00000"/>
                </a:solidFill>
              </a:rPr>
              <a:t>质量</a:t>
            </a:r>
            <a:r>
              <a:rPr lang="zh-CN" altLang="en-US" sz="1800" dirty="0"/>
              <a:t>决定是否有面试的</a:t>
            </a:r>
            <a:r>
              <a:rPr lang="zh-CN" altLang="en-US" sz="1800" b="1" dirty="0">
                <a:solidFill>
                  <a:srgbClr val="C00000"/>
                </a:solidFill>
              </a:rPr>
              <a:t>机会</a:t>
            </a:r>
            <a:r>
              <a:rPr lang="zh-CN" altLang="en-US" sz="1800" dirty="0"/>
              <a:t>。</a:t>
            </a:r>
            <a:endParaRPr lang="en-US" altLang="zh-CN" sz="1800" dirty="0"/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1A7FD14C-9DDA-736C-00B1-B59B6A0AB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基本组成</a:t>
            </a:r>
          </a:p>
        </p:txBody>
      </p:sp>
      <p:sp>
        <p:nvSpPr>
          <p:cNvPr id="6" name="内容占位符 1">
            <a:extLst>
              <a:ext uri="{FF2B5EF4-FFF2-40B4-BE49-F238E27FC236}">
                <a16:creationId xmlns:a16="http://schemas.microsoft.com/office/drawing/2014/main" id="{5BDE1CD7-5891-B60F-4831-2DBB749D76E0}"/>
              </a:ext>
            </a:extLst>
          </p:cNvPr>
          <p:cNvSpPr txBox="1">
            <a:spLocks/>
          </p:cNvSpPr>
          <p:nvPr/>
        </p:nvSpPr>
        <p:spPr>
          <a:xfrm>
            <a:off x="6611871" y="1979615"/>
            <a:ext cx="2431913" cy="392299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Alibaba PuHuiTi Regular" panose="00020600040101010101" charset="-122"/>
                <a:ea typeface="Alibaba PuHuiTi Regular" panose="00020600040101010101" charset="-122"/>
                <a:cs typeface="Alibaba PuHuiTi Regular" panose="00020600040101010101" charset="-122"/>
              </a:rPr>
              <a:t>基本信息</a:t>
            </a:r>
          </a:p>
          <a:p>
            <a:pPr marL="342900" indent="-342900"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en-US" altLang="zh-CN" sz="2000" dirty="0" err="1">
                <a:latin typeface="Alibaba PuHuiTi Regular" panose="00020600040101010101" charset="-122"/>
                <a:ea typeface="Alibaba PuHuiTi Regular" panose="00020600040101010101" charset="-122"/>
                <a:cs typeface="Alibaba PuHuiTi Regular" panose="00020600040101010101" charset="-122"/>
              </a:rPr>
              <a:t>教育背景</a:t>
            </a:r>
            <a:endParaRPr lang="en-US" altLang="zh-CN" sz="2000" dirty="0">
              <a:latin typeface="Alibaba PuHuiTi Regular" panose="00020600040101010101" charset="-122"/>
              <a:ea typeface="Alibaba PuHuiTi Regular" panose="00020600040101010101" charset="-122"/>
              <a:cs typeface="Alibaba PuHuiTi Regular" panose="00020600040101010101" charset="-122"/>
            </a:endParaRPr>
          </a:p>
          <a:p>
            <a:pPr marL="342900" indent="-342900"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en-US" altLang="zh-CN" sz="2000" dirty="0" err="1">
                <a:latin typeface="Alibaba PuHuiTi Regular" panose="00020600040101010101" charset="-122"/>
                <a:ea typeface="Alibaba PuHuiTi Regular" panose="00020600040101010101" charset="-122"/>
                <a:cs typeface="Alibaba PuHuiTi Regular" panose="00020600040101010101" charset="-122"/>
              </a:rPr>
              <a:t>求职意向</a:t>
            </a:r>
            <a:endParaRPr lang="en-US" altLang="zh-CN" sz="2000" dirty="0">
              <a:latin typeface="Alibaba PuHuiTi Regular" panose="00020600040101010101" charset="-122"/>
              <a:ea typeface="Alibaba PuHuiTi Regular" panose="00020600040101010101" charset="-122"/>
              <a:cs typeface="Alibaba PuHuiTi Regular" panose="00020600040101010101" charset="-122"/>
            </a:endParaRPr>
          </a:p>
          <a:p>
            <a:pPr marL="342900" indent="-342900"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en-US" altLang="zh-CN" sz="2000" dirty="0" err="1">
                <a:latin typeface="Alibaba PuHuiTi Regular" panose="00020600040101010101" charset="-122"/>
                <a:ea typeface="Alibaba PuHuiTi Regular" panose="00020600040101010101" charset="-122"/>
                <a:cs typeface="Alibaba PuHuiTi Regular" panose="00020600040101010101" charset="-122"/>
              </a:rPr>
              <a:t>工作经历</a:t>
            </a:r>
            <a:endParaRPr lang="en-US" altLang="zh-CN" sz="2000" dirty="0">
              <a:latin typeface="Alibaba PuHuiTi Regular" panose="00020600040101010101" charset="-122"/>
              <a:ea typeface="Alibaba PuHuiTi Regular" panose="00020600040101010101" charset="-122"/>
              <a:cs typeface="Alibaba PuHuiTi Regular" panose="00020600040101010101" charset="-122"/>
            </a:endParaRPr>
          </a:p>
          <a:p>
            <a:pPr marL="342900" indent="-342900"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en-US" altLang="zh-CN" sz="2000" dirty="0" err="1">
                <a:latin typeface="Alibaba PuHuiTi Regular" panose="00020600040101010101" charset="-122"/>
                <a:ea typeface="Alibaba PuHuiTi Regular" panose="00020600040101010101" charset="-122"/>
                <a:cs typeface="Alibaba PuHuiTi Regular" panose="00020600040101010101" charset="-122"/>
              </a:rPr>
              <a:t>职业技能</a:t>
            </a:r>
            <a:endParaRPr lang="en-US" altLang="zh-CN" sz="2000" dirty="0">
              <a:latin typeface="Alibaba PuHuiTi Regular" panose="00020600040101010101" charset="-122"/>
              <a:ea typeface="Alibaba PuHuiTi Regular" panose="00020600040101010101" charset="-122"/>
              <a:cs typeface="Alibaba PuHuiTi Regular" panose="00020600040101010101" charset="-122"/>
            </a:endParaRPr>
          </a:p>
          <a:p>
            <a:pPr marL="342900" indent="-342900"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en-US" altLang="zh-CN" sz="2000" dirty="0" err="1">
                <a:latin typeface="Alibaba PuHuiTi Regular" panose="00020600040101010101" charset="-122"/>
                <a:ea typeface="Alibaba PuHuiTi Regular" panose="00020600040101010101" charset="-122"/>
                <a:cs typeface="Alibaba PuHuiTi Regular" panose="00020600040101010101" charset="-122"/>
              </a:rPr>
              <a:t>项目经历</a:t>
            </a:r>
            <a:endParaRPr lang="en-US" altLang="zh-CN" sz="2000" dirty="0">
              <a:latin typeface="Alibaba PuHuiTi Regular" panose="00020600040101010101" charset="-122"/>
              <a:ea typeface="Alibaba PuHuiTi Regular" panose="00020600040101010101" charset="-122"/>
              <a:cs typeface="Alibaba PuHuiTi Regular" panose="00020600040101010101" charset="-122"/>
            </a:endParaRPr>
          </a:p>
          <a:p>
            <a:pPr marL="342900" indent="-342900"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en-US" altLang="zh-CN" sz="2000" dirty="0" err="1">
                <a:latin typeface="Alibaba PuHuiTi Regular" panose="00020600040101010101" charset="-122"/>
                <a:ea typeface="Alibaba PuHuiTi Regular" panose="00020600040101010101" charset="-122"/>
                <a:cs typeface="Alibaba PuHuiTi Regular" panose="00020600040101010101" charset="-122"/>
              </a:rPr>
              <a:t>个人优势</a:t>
            </a:r>
            <a:endParaRPr lang="en-US" altLang="zh-CN" sz="2000" dirty="0">
              <a:latin typeface="Alibaba PuHuiTi Regular" panose="00020600040101010101" charset="-122"/>
              <a:ea typeface="Alibaba PuHuiTi Regular" panose="00020600040101010101" charset="-122"/>
              <a:cs typeface="Alibaba PuHuiTi Regular" panose="00020600040101010101" charset="-122"/>
            </a:endParaRPr>
          </a:p>
          <a:p>
            <a:pPr marL="342900" indent="-342900"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en-US" altLang="zh-CN" sz="2000" dirty="0" err="1">
                <a:latin typeface="Alibaba PuHuiTi Regular" panose="00020600040101010101" charset="-122"/>
                <a:ea typeface="Alibaba PuHuiTi Regular" panose="00020600040101010101" charset="-122"/>
                <a:cs typeface="Alibaba PuHuiTi Regular" panose="00020600040101010101" charset="-122"/>
              </a:rPr>
              <a:t>个人荣誉</a:t>
            </a:r>
            <a:endParaRPr lang="zh-CN" alt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DD2EE096-1438-DE89-7FA2-373492950B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0980" y="1696720"/>
            <a:ext cx="3388459" cy="473456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7467203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6C5599CC-E928-37ED-4055-A97EED3BA7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649039"/>
          </a:xfrm>
        </p:spPr>
        <p:txBody>
          <a:bodyPr/>
          <a:lstStyle/>
          <a:p>
            <a:r>
              <a:rPr lang="zh-CN" altLang="en-US" sz="2000" b="1" dirty="0"/>
              <a:t>职业技能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1A7FD14C-9DDA-736C-00B1-B59B6A0AB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基本组成</a:t>
            </a:r>
          </a:p>
        </p:txBody>
      </p:sp>
      <p:sp>
        <p:nvSpPr>
          <p:cNvPr id="4" name="内容占位符 1">
            <a:extLst>
              <a:ext uri="{FF2B5EF4-FFF2-40B4-BE49-F238E27FC236}">
                <a16:creationId xmlns:a16="http://schemas.microsoft.com/office/drawing/2014/main" id="{1FB4BCA8-4EDE-7995-E7C1-89A983E8043F}"/>
              </a:ext>
            </a:extLst>
          </p:cNvPr>
          <p:cNvSpPr txBox="1">
            <a:spLocks/>
          </p:cNvSpPr>
          <p:nvPr/>
        </p:nvSpPr>
        <p:spPr>
          <a:xfrm>
            <a:off x="3667760" y="3089841"/>
            <a:ext cx="7518399" cy="476319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altLang="zh-CN" sz="1600" dirty="0">
                <a:latin typeface="Alibaba PuHuiTi Regular" panose="00020600040101010101" charset="-122"/>
                <a:ea typeface="Alibaba PuHuiTi Regular" panose="00020600040101010101" charset="-122"/>
                <a:cs typeface="Alibaba PuHuiTi Regular" panose="00020600040101010101" charset="-122"/>
                <a:sym typeface="+mn-ea"/>
              </a:rPr>
              <a:t>(</a:t>
            </a:r>
            <a:r>
              <a:rPr lang="en-US" altLang="zh-CN" sz="1600" dirty="0" err="1">
                <a:latin typeface="Alibaba PuHuiTi Regular" panose="00020600040101010101" charset="-122"/>
                <a:ea typeface="Alibaba PuHuiTi Regular" panose="00020600040101010101" charset="-122"/>
                <a:cs typeface="Alibaba PuHuiTi Regular" panose="00020600040101010101" charset="-122"/>
                <a:sym typeface="+mn-ea"/>
              </a:rPr>
              <a:t>Springboot</a:t>
            </a:r>
            <a:r>
              <a:rPr lang="en-US" altLang="zh-CN" sz="1600" dirty="0">
                <a:latin typeface="Alibaba PuHuiTi Regular" panose="00020600040101010101" charset="-122"/>
                <a:ea typeface="Alibaba PuHuiTi Regular" panose="00020600040101010101" charset="-122"/>
                <a:cs typeface="Alibaba PuHuiTi Regular" panose="00020600040101010101" charset="-122"/>
                <a:sym typeface="+mn-ea"/>
              </a:rPr>
              <a:t> + SSM + Redis + MySQL ) +(4+ ) </a:t>
            </a:r>
            <a:r>
              <a:rPr lang="zh-CN" altLang="en-US" sz="1600" dirty="0">
                <a:latin typeface="Alibaba PuHuiTi Regular" panose="00020600040101010101" charset="-122"/>
                <a:ea typeface="Alibaba PuHuiTi Regular" panose="00020600040101010101" charset="-122"/>
                <a:cs typeface="Alibaba PuHuiTi Regular" panose="00020600040101010101" charset="-122"/>
                <a:sym typeface="+mn-ea"/>
              </a:rPr>
              <a:t>技术</a:t>
            </a:r>
            <a:r>
              <a:rPr lang="en-US" altLang="zh-CN" sz="1600" dirty="0">
                <a:latin typeface="Alibaba PuHuiTi Regular" panose="00020600040101010101" charset="-122"/>
                <a:ea typeface="Alibaba PuHuiTi Regular" panose="00020600040101010101" charset="-122"/>
                <a:cs typeface="Alibaba PuHuiTi Regular" panose="00020600040101010101" charset="-122"/>
                <a:sym typeface="+mn-ea"/>
              </a:rPr>
              <a:t>(</a:t>
            </a:r>
            <a:r>
              <a:rPr lang="zh-CN" altLang="en-US" sz="1600" dirty="0">
                <a:latin typeface="Alibaba PuHuiTi Regular" panose="00020600040101010101" charset="-122"/>
                <a:ea typeface="Alibaba PuHuiTi Regular" panose="00020600040101010101" charset="-122"/>
                <a:cs typeface="Alibaba PuHuiTi Regular" panose="00020600040101010101" charset="-122"/>
                <a:sym typeface="+mn-ea"/>
              </a:rPr>
              <a:t>微服务</a:t>
            </a:r>
            <a:r>
              <a:rPr lang="en-US" altLang="zh-CN" sz="1600" dirty="0">
                <a:latin typeface="Alibaba PuHuiTi Regular" panose="00020600040101010101" charset="-122"/>
                <a:ea typeface="Alibaba PuHuiTi Regular" panose="00020600040101010101" charset="-122"/>
                <a:cs typeface="Alibaba PuHuiTi Regular" panose="00020600040101010101" charset="-122"/>
                <a:sym typeface="+mn-ea"/>
              </a:rPr>
              <a:t>, MQ ,</a:t>
            </a:r>
            <a:r>
              <a:rPr lang="zh-CN" altLang="en-US" sz="1600" dirty="0">
                <a:latin typeface="Alibaba PuHuiTi Regular" panose="00020600040101010101" charset="-122"/>
                <a:ea typeface="Alibaba PuHuiTi Regular" panose="00020600040101010101" charset="-122"/>
                <a:cs typeface="Alibaba PuHuiTi Regular" panose="00020600040101010101" charset="-122"/>
                <a:sym typeface="+mn-ea"/>
              </a:rPr>
              <a:t>报表、前端</a:t>
            </a:r>
            <a:r>
              <a:rPr lang="en-US" altLang="zh-CN" sz="1600" dirty="0">
                <a:latin typeface="Alibaba PuHuiTi Regular" panose="00020600040101010101" charset="-122"/>
                <a:ea typeface="Alibaba PuHuiTi Regular" panose="00020600040101010101" charset="-122"/>
                <a:cs typeface="Alibaba PuHuiTi Regular" panose="00020600040101010101" charset="-122"/>
                <a:sym typeface="+mn-ea"/>
              </a:rPr>
              <a:t>…)</a:t>
            </a:r>
          </a:p>
          <a:p>
            <a:endParaRPr lang="zh-CN" altLang="en-US" dirty="0"/>
          </a:p>
        </p:txBody>
      </p:sp>
      <p:sp>
        <p:nvSpPr>
          <p:cNvPr id="5" name="内容占位符 1">
            <a:extLst>
              <a:ext uri="{FF2B5EF4-FFF2-40B4-BE49-F238E27FC236}">
                <a16:creationId xmlns:a16="http://schemas.microsoft.com/office/drawing/2014/main" id="{0DC7E830-02FC-EC46-6DB0-5812D475B5BC}"/>
              </a:ext>
            </a:extLst>
          </p:cNvPr>
          <p:cNvSpPr txBox="1">
            <a:spLocks/>
          </p:cNvSpPr>
          <p:nvPr/>
        </p:nvSpPr>
        <p:spPr>
          <a:xfrm>
            <a:off x="555877" y="1555681"/>
            <a:ext cx="10701403" cy="2538799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技术栈书写建议：</a:t>
            </a: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初级程序员：</a:t>
            </a:r>
            <a:r>
              <a:rPr lang="en-US" altLang="zh-CN" dirty="0"/>
              <a:t>1-2</a:t>
            </a:r>
            <a:r>
              <a:rPr lang="zh-CN" altLang="en-US" dirty="0"/>
              <a:t>年开发经验</a:t>
            </a: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中级程序员：</a:t>
            </a:r>
            <a:r>
              <a:rPr lang="en-US" altLang="zh-CN" dirty="0"/>
              <a:t>2-3</a:t>
            </a:r>
            <a:r>
              <a:rPr lang="zh-CN" altLang="en-US" dirty="0"/>
              <a:t>年开发经验</a:t>
            </a: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高级程序员：</a:t>
            </a:r>
            <a:r>
              <a:rPr lang="en-US" altLang="zh-CN" dirty="0"/>
              <a:t>3-5</a:t>
            </a:r>
            <a:r>
              <a:rPr lang="zh-CN" altLang="en-US" dirty="0"/>
              <a:t>年开发经验</a:t>
            </a: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架构师（</a:t>
            </a:r>
            <a:r>
              <a:rPr lang="en-US" altLang="zh-CN" dirty="0"/>
              <a:t>8</a:t>
            </a:r>
            <a:r>
              <a:rPr lang="zh-CN" altLang="en-US" dirty="0"/>
              <a:t>年</a:t>
            </a:r>
            <a:r>
              <a:rPr lang="en-US" altLang="zh-CN" dirty="0"/>
              <a:t>+</a:t>
            </a:r>
            <a:r>
              <a:rPr lang="zh-CN" altLang="en-US" dirty="0"/>
              <a:t>），一般技术大佬不需要编写简历，通常都会内推或被挖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206F012-29CE-7CB0-68F0-C3CF20F6EC91}"/>
              </a:ext>
            </a:extLst>
          </p:cNvPr>
          <p:cNvSpPr txBox="1"/>
          <p:nvPr/>
        </p:nvSpPr>
        <p:spPr>
          <a:xfrm>
            <a:off x="2214880" y="1623814"/>
            <a:ext cx="9530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公式</a:t>
            </a:r>
            <a:r>
              <a:rPr lang="en-US" altLang="zh-CN" dirty="0">
                <a:solidFill>
                  <a:srgbClr val="C00000"/>
                </a:solidFill>
              </a:rPr>
              <a:t>1</a:t>
            </a:r>
            <a:r>
              <a:rPr lang="zh-CN" altLang="en-US" dirty="0">
                <a:solidFill>
                  <a:srgbClr val="C00000"/>
                </a:solidFill>
              </a:rPr>
              <a:t>：</a:t>
            </a:r>
            <a:r>
              <a:rPr lang="zh-CN" altLang="en-US" b="1" dirty="0">
                <a:solidFill>
                  <a:srgbClr val="C00000"/>
                </a:solidFill>
              </a:rPr>
              <a:t>职业技能 </a:t>
            </a:r>
            <a:r>
              <a:rPr lang="en-US" altLang="zh-CN" b="1" dirty="0">
                <a:solidFill>
                  <a:srgbClr val="C00000"/>
                </a:solidFill>
              </a:rPr>
              <a:t>=     </a:t>
            </a:r>
            <a:r>
              <a:rPr lang="zh-CN" altLang="en-US" b="1" dirty="0">
                <a:solidFill>
                  <a:srgbClr val="C00000"/>
                </a:solidFill>
              </a:rPr>
              <a:t>必要技术           </a:t>
            </a:r>
            <a:r>
              <a:rPr lang="en-US" altLang="zh-CN" b="1" dirty="0">
                <a:solidFill>
                  <a:srgbClr val="C00000"/>
                </a:solidFill>
              </a:rPr>
              <a:t>+        </a:t>
            </a:r>
            <a:r>
              <a:rPr lang="zh-CN" altLang="en-US" b="1" dirty="0">
                <a:solidFill>
                  <a:srgbClr val="00B050"/>
                </a:solidFill>
              </a:rPr>
              <a:t>第三方技术</a:t>
            </a:r>
            <a:endParaRPr lang="en-US" altLang="zh-CN" b="1" dirty="0">
              <a:solidFill>
                <a:srgbClr val="00B050"/>
              </a:solidFill>
            </a:endParaRPr>
          </a:p>
        </p:txBody>
      </p:sp>
      <p:sp>
        <p:nvSpPr>
          <p:cNvPr id="8" name="内容占位符 1">
            <a:extLst>
              <a:ext uri="{FF2B5EF4-FFF2-40B4-BE49-F238E27FC236}">
                <a16:creationId xmlns:a16="http://schemas.microsoft.com/office/drawing/2014/main" id="{B7F1B19C-3D56-BE58-17D7-D34485D65989}"/>
              </a:ext>
            </a:extLst>
          </p:cNvPr>
          <p:cNvSpPr txBox="1">
            <a:spLocks/>
          </p:cNvSpPr>
          <p:nvPr/>
        </p:nvSpPr>
        <p:spPr>
          <a:xfrm>
            <a:off x="3667760" y="2084001"/>
            <a:ext cx="7579359" cy="445839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altLang="zh-CN" sz="1600" dirty="0">
                <a:latin typeface="Alibaba PuHuiTi Regular" panose="00020600040101010101" charset="-122"/>
                <a:ea typeface="Alibaba PuHuiTi Regular" panose="00020600040101010101" charset="-122"/>
                <a:cs typeface="Alibaba PuHuiTi Regular" panose="00020600040101010101" charset="-122"/>
                <a:sym typeface="+mn-ea"/>
              </a:rPr>
              <a:t>(</a:t>
            </a:r>
            <a:r>
              <a:rPr lang="en-US" altLang="zh-CN" sz="1600" dirty="0" err="1">
                <a:latin typeface="Alibaba PuHuiTi Regular" panose="00020600040101010101" charset="-122"/>
                <a:ea typeface="Alibaba PuHuiTi Regular" panose="00020600040101010101" charset="-122"/>
                <a:cs typeface="Alibaba PuHuiTi Regular" panose="00020600040101010101" charset="-122"/>
                <a:sym typeface="+mn-ea"/>
              </a:rPr>
              <a:t>Springboot</a:t>
            </a:r>
            <a:r>
              <a:rPr lang="en-US" altLang="zh-CN" sz="1600" dirty="0">
                <a:latin typeface="Alibaba PuHuiTi Regular" panose="00020600040101010101" charset="-122"/>
                <a:ea typeface="Alibaba PuHuiTi Regular" panose="00020600040101010101" charset="-122"/>
                <a:cs typeface="Alibaba PuHuiTi Regular" panose="00020600040101010101" charset="-122"/>
                <a:sym typeface="+mn-ea"/>
              </a:rPr>
              <a:t> + SSM + Redis +MySQL ) +(1-2) </a:t>
            </a:r>
            <a:r>
              <a:rPr lang="zh-CN" altLang="en-US" sz="1600" dirty="0">
                <a:latin typeface="Alibaba PuHuiTi Regular" panose="00020600040101010101" charset="-122"/>
                <a:ea typeface="Alibaba PuHuiTi Regular" panose="00020600040101010101" charset="-122"/>
                <a:cs typeface="Alibaba PuHuiTi Regular" panose="00020600040101010101" charset="-122"/>
                <a:sym typeface="+mn-ea"/>
              </a:rPr>
              <a:t>技术</a:t>
            </a:r>
            <a:r>
              <a:rPr lang="en-US" altLang="zh-CN" sz="1600" dirty="0">
                <a:latin typeface="Alibaba PuHuiTi Regular" panose="00020600040101010101" charset="-122"/>
                <a:ea typeface="Alibaba PuHuiTi Regular" panose="00020600040101010101" charset="-122"/>
                <a:cs typeface="Alibaba PuHuiTi Regular" panose="00020600040101010101" charset="-122"/>
                <a:sym typeface="+mn-ea"/>
              </a:rPr>
              <a:t>(</a:t>
            </a:r>
            <a:r>
              <a:rPr lang="zh-CN" altLang="en-US" sz="1600" dirty="0">
                <a:latin typeface="Alibaba PuHuiTi Regular" panose="00020600040101010101" charset="-122"/>
                <a:ea typeface="Alibaba PuHuiTi Regular" panose="00020600040101010101" charset="-122"/>
                <a:cs typeface="Alibaba PuHuiTi Regular" panose="00020600040101010101" charset="-122"/>
                <a:sym typeface="+mn-ea"/>
              </a:rPr>
              <a:t>微服务</a:t>
            </a:r>
            <a:r>
              <a:rPr lang="en-US" altLang="zh-CN" sz="1600" dirty="0">
                <a:latin typeface="Alibaba PuHuiTi Regular" panose="00020600040101010101" charset="-122"/>
                <a:ea typeface="Alibaba PuHuiTi Regular" panose="00020600040101010101" charset="-122"/>
                <a:cs typeface="Alibaba PuHuiTi Regular" panose="00020600040101010101" charset="-122"/>
                <a:sym typeface="+mn-ea"/>
              </a:rPr>
              <a:t>, MQ , </a:t>
            </a:r>
            <a:r>
              <a:rPr lang="zh-CN" altLang="en-US" sz="1600" dirty="0">
                <a:latin typeface="Alibaba PuHuiTi Regular" panose="00020600040101010101" charset="-122"/>
                <a:ea typeface="Alibaba PuHuiTi Regular" panose="00020600040101010101" charset="-122"/>
                <a:cs typeface="Alibaba PuHuiTi Regular" panose="00020600040101010101" charset="-122"/>
                <a:sym typeface="+mn-ea"/>
              </a:rPr>
              <a:t>报表、前端</a:t>
            </a:r>
            <a:r>
              <a:rPr lang="en-US" altLang="zh-CN" sz="1600" dirty="0">
                <a:latin typeface="Alibaba PuHuiTi Regular" panose="00020600040101010101" charset="-122"/>
                <a:ea typeface="Alibaba PuHuiTi Regular" panose="00020600040101010101" charset="-122"/>
                <a:cs typeface="Alibaba PuHuiTi Regular" panose="00020600040101010101" charset="-122"/>
                <a:sym typeface="+mn-ea"/>
              </a:rPr>
              <a:t>…)</a:t>
            </a:r>
            <a:endParaRPr lang="zh-CN" altLang="en-US" dirty="0"/>
          </a:p>
        </p:txBody>
      </p:sp>
      <p:sp>
        <p:nvSpPr>
          <p:cNvPr id="9" name="内容占位符 1">
            <a:extLst>
              <a:ext uri="{FF2B5EF4-FFF2-40B4-BE49-F238E27FC236}">
                <a16:creationId xmlns:a16="http://schemas.microsoft.com/office/drawing/2014/main" id="{CF5685A8-87FA-502D-0EE7-ECD2C4E0B9D9}"/>
              </a:ext>
            </a:extLst>
          </p:cNvPr>
          <p:cNvSpPr txBox="1">
            <a:spLocks/>
          </p:cNvSpPr>
          <p:nvPr/>
        </p:nvSpPr>
        <p:spPr>
          <a:xfrm>
            <a:off x="3667760" y="2581841"/>
            <a:ext cx="7680959" cy="435679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en-US" altLang="zh-CN" sz="1600" dirty="0">
                <a:latin typeface="Alibaba PuHuiTi Regular" panose="00020600040101010101" charset="-122"/>
                <a:ea typeface="Alibaba PuHuiTi Regular" panose="00020600040101010101" charset="-122"/>
                <a:cs typeface="Alibaba PuHuiTi Regular" panose="00020600040101010101" charset="-122"/>
                <a:sym typeface="+mn-ea"/>
              </a:rPr>
              <a:t>(</a:t>
            </a:r>
            <a:r>
              <a:rPr lang="en-US" altLang="zh-CN" sz="1600" dirty="0" err="1">
                <a:latin typeface="Alibaba PuHuiTi Regular" panose="00020600040101010101" charset="-122"/>
                <a:ea typeface="Alibaba PuHuiTi Regular" panose="00020600040101010101" charset="-122"/>
                <a:cs typeface="Alibaba PuHuiTi Regular" panose="00020600040101010101" charset="-122"/>
                <a:sym typeface="+mn-ea"/>
              </a:rPr>
              <a:t>Springboot</a:t>
            </a:r>
            <a:r>
              <a:rPr lang="en-US" altLang="zh-CN" sz="1600" dirty="0">
                <a:latin typeface="Alibaba PuHuiTi Regular" panose="00020600040101010101" charset="-122"/>
                <a:ea typeface="Alibaba PuHuiTi Regular" panose="00020600040101010101" charset="-122"/>
                <a:cs typeface="Alibaba PuHuiTi Regular" panose="00020600040101010101" charset="-122"/>
                <a:sym typeface="+mn-ea"/>
              </a:rPr>
              <a:t> + SSM + Redis + MySQL ) +(2-3) </a:t>
            </a:r>
            <a:r>
              <a:rPr lang="zh-CN" altLang="en-US" sz="1600" dirty="0">
                <a:latin typeface="Alibaba PuHuiTi Regular" panose="00020600040101010101" charset="-122"/>
                <a:ea typeface="Alibaba PuHuiTi Regular" panose="00020600040101010101" charset="-122"/>
                <a:cs typeface="Alibaba PuHuiTi Regular" panose="00020600040101010101" charset="-122"/>
                <a:sym typeface="+mn-ea"/>
              </a:rPr>
              <a:t>技术</a:t>
            </a:r>
            <a:r>
              <a:rPr lang="en-US" altLang="zh-CN" sz="1600" dirty="0">
                <a:latin typeface="Alibaba PuHuiTi Regular" panose="00020600040101010101" charset="-122"/>
                <a:ea typeface="Alibaba PuHuiTi Regular" panose="00020600040101010101" charset="-122"/>
                <a:cs typeface="Alibaba PuHuiTi Regular" panose="00020600040101010101" charset="-122"/>
                <a:sym typeface="+mn-ea"/>
              </a:rPr>
              <a:t>(</a:t>
            </a:r>
            <a:r>
              <a:rPr lang="zh-CN" altLang="en-US" sz="1600" dirty="0">
                <a:latin typeface="Alibaba PuHuiTi Regular" panose="00020600040101010101" charset="-122"/>
                <a:ea typeface="Alibaba PuHuiTi Regular" panose="00020600040101010101" charset="-122"/>
                <a:cs typeface="Alibaba PuHuiTi Regular" panose="00020600040101010101" charset="-122"/>
                <a:sym typeface="+mn-ea"/>
              </a:rPr>
              <a:t>微服务</a:t>
            </a:r>
            <a:r>
              <a:rPr lang="en-US" altLang="zh-CN" sz="1600" dirty="0">
                <a:latin typeface="Alibaba PuHuiTi Regular" panose="00020600040101010101" charset="-122"/>
                <a:ea typeface="Alibaba PuHuiTi Regular" panose="00020600040101010101" charset="-122"/>
                <a:cs typeface="Alibaba PuHuiTi Regular" panose="00020600040101010101" charset="-122"/>
                <a:sym typeface="+mn-ea"/>
              </a:rPr>
              <a:t>, MQ ,</a:t>
            </a:r>
            <a:r>
              <a:rPr lang="zh-CN" altLang="en-US" sz="1600" dirty="0">
                <a:latin typeface="Alibaba PuHuiTi Regular" panose="00020600040101010101" charset="-122"/>
                <a:ea typeface="Alibaba PuHuiTi Regular" panose="00020600040101010101" charset="-122"/>
                <a:cs typeface="Alibaba PuHuiTi Regular" panose="00020600040101010101" charset="-122"/>
                <a:sym typeface="+mn-ea"/>
              </a:rPr>
              <a:t>报表、前端</a:t>
            </a:r>
            <a:r>
              <a:rPr lang="en-US" altLang="zh-CN" sz="1600" dirty="0">
                <a:latin typeface="Alibaba PuHuiTi Regular" panose="00020600040101010101" charset="-122"/>
                <a:ea typeface="Alibaba PuHuiTi Regular" panose="00020600040101010101" charset="-122"/>
                <a:cs typeface="Alibaba PuHuiTi Regular" panose="00020600040101010101" charset="-122"/>
                <a:sym typeface="+mn-ea"/>
              </a:rPr>
              <a:t>…)</a:t>
            </a:r>
            <a:endParaRPr lang="zh-CN" altLang="en-US" dirty="0"/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60EA594F-86B0-DC9A-BEB2-3F7384B09D89}"/>
              </a:ext>
            </a:extLst>
          </p:cNvPr>
          <p:cNvSpPr/>
          <p:nvPr/>
        </p:nvSpPr>
        <p:spPr>
          <a:xfrm>
            <a:off x="3594416" y="1991360"/>
            <a:ext cx="3863024" cy="1595120"/>
          </a:xfrm>
          <a:custGeom>
            <a:avLst/>
            <a:gdLst>
              <a:gd name="connsiteX0" fmla="*/ 256224 w 3863024"/>
              <a:gd name="connsiteY0" fmla="*/ 111760 h 1595120"/>
              <a:gd name="connsiteX1" fmla="*/ 164784 w 3863024"/>
              <a:gd name="connsiteY1" fmla="*/ 132080 h 1595120"/>
              <a:gd name="connsiteX2" fmla="*/ 93664 w 3863024"/>
              <a:gd name="connsiteY2" fmla="*/ 233680 h 1595120"/>
              <a:gd name="connsiteX3" fmla="*/ 22544 w 3863024"/>
              <a:gd name="connsiteY3" fmla="*/ 386080 h 1595120"/>
              <a:gd name="connsiteX4" fmla="*/ 22544 w 3863024"/>
              <a:gd name="connsiteY4" fmla="*/ 1117600 h 1595120"/>
              <a:gd name="connsiteX5" fmla="*/ 63184 w 3863024"/>
              <a:gd name="connsiteY5" fmla="*/ 1259840 h 1595120"/>
              <a:gd name="connsiteX6" fmla="*/ 103824 w 3863024"/>
              <a:gd name="connsiteY6" fmla="*/ 1402080 h 1595120"/>
              <a:gd name="connsiteX7" fmla="*/ 134304 w 3863024"/>
              <a:gd name="connsiteY7" fmla="*/ 1442720 h 1595120"/>
              <a:gd name="connsiteX8" fmla="*/ 246064 w 3863024"/>
              <a:gd name="connsiteY8" fmla="*/ 1503680 h 1595120"/>
              <a:gd name="connsiteX9" fmla="*/ 337504 w 3863024"/>
              <a:gd name="connsiteY9" fmla="*/ 1544320 h 1595120"/>
              <a:gd name="connsiteX10" fmla="*/ 398464 w 3863024"/>
              <a:gd name="connsiteY10" fmla="*/ 1554480 h 1595120"/>
              <a:gd name="connsiteX11" fmla="*/ 479744 w 3863024"/>
              <a:gd name="connsiteY11" fmla="*/ 1574800 h 1595120"/>
              <a:gd name="connsiteX12" fmla="*/ 804864 w 3863024"/>
              <a:gd name="connsiteY12" fmla="*/ 1595120 h 1595120"/>
              <a:gd name="connsiteX13" fmla="*/ 3639504 w 3863024"/>
              <a:gd name="connsiteY13" fmla="*/ 1584960 h 1595120"/>
              <a:gd name="connsiteX14" fmla="*/ 3649664 w 3863024"/>
              <a:gd name="connsiteY14" fmla="*/ 1554480 h 1595120"/>
              <a:gd name="connsiteX15" fmla="*/ 3700464 w 3863024"/>
              <a:gd name="connsiteY15" fmla="*/ 1493520 h 1595120"/>
              <a:gd name="connsiteX16" fmla="*/ 3720784 w 3863024"/>
              <a:gd name="connsiteY16" fmla="*/ 1442720 h 1595120"/>
              <a:gd name="connsiteX17" fmla="*/ 3761424 w 3863024"/>
              <a:gd name="connsiteY17" fmla="*/ 1391920 h 1595120"/>
              <a:gd name="connsiteX18" fmla="*/ 3791904 w 3863024"/>
              <a:gd name="connsiteY18" fmla="*/ 1249680 h 1595120"/>
              <a:gd name="connsiteX19" fmla="*/ 3812224 w 3863024"/>
              <a:gd name="connsiteY19" fmla="*/ 985520 h 1595120"/>
              <a:gd name="connsiteX20" fmla="*/ 3822384 w 3863024"/>
              <a:gd name="connsiteY20" fmla="*/ 904240 h 1595120"/>
              <a:gd name="connsiteX21" fmla="*/ 3863024 w 3863024"/>
              <a:gd name="connsiteY21" fmla="*/ 690880 h 1595120"/>
              <a:gd name="connsiteX22" fmla="*/ 3832544 w 3863024"/>
              <a:gd name="connsiteY22" fmla="*/ 386080 h 1595120"/>
              <a:gd name="connsiteX23" fmla="*/ 3741104 w 3863024"/>
              <a:gd name="connsiteY23" fmla="*/ 284480 h 1595120"/>
              <a:gd name="connsiteX24" fmla="*/ 3639504 w 3863024"/>
              <a:gd name="connsiteY24" fmla="*/ 172720 h 1595120"/>
              <a:gd name="connsiteX25" fmla="*/ 3588704 w 3863024"/>
              <a:gd name="connsiteY25" fmla="*/ 152400 h 1595120"/>
              <a:gd name="connsiteX26" fmla="*/ 3537904 w 3863024"/>
              <a:gd name="connsiteY26" fmla="*/ 121920 h 1595120"/>
              <a:gd name="connsiteX27" fmla="*/ 3314384 w 3863024"/>
              <a:gd name="connsiteY27" fmla="*/ 71120 h 1595120"/>
              <a:gd name="connsiteX28" fmla="*/ 3050224 w 3863024"/>
              <a:gd name="connsiteY28" fmla="*/ 40640 h 1595120"/>
              <a:gd name="connsiteX29" fmla="*/ 2704784 w 3863024"/>
              <a:gd name="connsiteY29" fmla="*/ 0 h 1595120"/>
              <a:gd name="connsiteX30" fmla="*/ 428944 w 3863024"/>
              <a:gd name="connsiteY30" fmla="*/ 10160 h 1595120"/>
              <a:gd name="connsiteX31" fmla="*/ 337504 w 3863024"/>
              <a:gd name="connsiteY31" fmla="*/ 50800 h 1595120"/>
              <a:gd name="connsiteX32" fmla="*/ 266384 w 3863024"/>
              <a:gd name="connsiteY32" fmla="*/ 71120 h 1595120"/>
              <a:gd name="connsiteX33" fmla="*/ 164784 w 3863024"/>
              <a:gd name="connsiteY33" fmla="*/ 142240 h 1595120"/>
              <a:gd name="connsiteX34" fmla="*/ 124144 w 3863024"/>
              <a:gd name="connsiteY34" fmla="*/ 193040 h 1595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3863024" h="1595120">
                <a:moveTo>
                  <a:pt x="256224" y="111760"/>
                </a:moveTo>
                <a:cubicBezTo>
                  <a:pt x="225744" y="118533"/>
                  <a:pt x="189763" y="113346"/>
                  <a:pt x="164784" y="132080"/>
                </a:cubicBezTo>
                <a:cubicBezTo>
                  <a:pt x="131712" y="156884"/>
                  <a:pt x="114174" y="197787"/>
                  <a:pt x="93664" y="233680"/>
                </a:cubicBezTo>
                <a:cubicBezTo>
                  <a:pt x="38668" y="329923"/>
                  <a:pt x="62611" y="279234"/>
                  <a:pt x="22544" y="386080"/>
                </a:cubicBezTo>
                <a:cubicBezTo>
                  <a:pt x="-18001" y="669895"/>
                  <a:pt x="5118" y="481541"/>
                  <a:pt x="22544" y="1117600"/>
                </a:cubicBezTo>
                <a:cubicBezTo>
                  <a:pt x="25765" y="1235149"/>
                  <a:pt x="28612" y="1163038"/>
                  <a:pt x="63184" y="1259840"/>
                </a:cubicBezTo>
                <a:cubicBezTo>
                  <a:pt x="66383" y="1268797"/>
                  <a:pt x="91788" y="1386032"/>
                  <a:pt x="103824" y="1402080"/>
                </a:cubicBezTo>
                <a:cubicBezTo>
                  <a:pt x="113984" y="1415627"/>
                  <a:pt x="122330" y="1430746"/>
                  <a:pt x="134304" y="1442720"/>
                </a:cubicBezTo>
                <a:cubicBezTo>
                  <a:pt x="170204" y="1478620"/>
                  <a:pt x="198028" y="1481845"/>
                  <a:pt x="246064" y="1503680"/>
                </a:cubicBezTo>
                <a:cubicBezTo>
                  <a:pt x="279549" y="1518900"/>
                  <a:pt x="300900" y="1534337"/>
                  <a:pt x="337504" y="1544320"/>
                </a:cubicBezTo>
                <a:cubicBezTo>
                  <a:pt x="357378" y="1549740"/>
                  <a:pt x="378321" y="1550164"/>
                  <a:pt x="398464" y="1554480"/>
                </a:cubicBezTo>
                <a:cubicBezTo>
                  <a:pt x="425771" y="1560332"/>
                  <a:pt x="452197" y="1570209"/>
                  <a:pt x="479744" y="1574800"/>
                </a:cubicBezTo>
                <a:cubicBezTo>
                  <a:pt x="558860" y="1587986"/>
                  <a:pt x="759241" y="1593046"/>
                  <a:pt x="804864" y="1595120"/>
                </a:cubicBezTo>
                <a:lnTo>
                  <a:pt x="3639504" y="1584960"/>
                </a:lnTo>
                <a:cubicBezTo>
                  <a:pt x="3650212" y="1584807"/>
                  <a:pt x="3643723" y="1563391"/>
                  <a:pt x="3649664" y="1554480"/>
                </a:cubicBezTo>
                <a:cubicBezTo>
                  <a:pt x="3664336" y="1532472"/>
                  <a:pt x="3683531" y="1513840"/>
                  <a:pt x="3700464" y="1493520"/>
                </a:cubicBezTo>
                <a:cubicBezTo>
                  <a:pt x="3707237" y="1476587"/>
                  <a:pt x="3711401" y="1458359"/>
                  <a:pt x="3720784" y="1442720"/>
                </a:cubicBezTo>
                <a:cubicBezTo>
                  <a:pt x="3731941" y="1424125"/>
                  <a:pt x="3752337" y="1411609"/>
                  <a:pt x="3761424" y="1391920"/>
                </a:cubicBezTo>
                <a:cubicBezTo>
                  <a:pt x="3774633" y="1363302"/>
                  <a:pt x="3786084" y="1284600"/>
                  <a:pt x="3791904" y="1249680"/>
                </a:cubicBezTo>
                <a:cubicBezTo>
                  <a:pt x="3800641" y="1109892"/>
                  <a:pt x="3798885" y="1105572"/>
                  <a:pt x="3812224" y="985520"/>
                </a:cubicBezTo>
                <a:cubicBezTo>
                  <a:pt x="3815239" y="958383"/>
                  <a:pt x="3817275" y="931062"/>
                  <a:pt x="3822384" y="904240"/>
                </a:cubicBezTo>
                <a:cubicBezTo>
                  <a:pt x="3871210" y="647903"/>
                  <a:pt x="3839883" y="876005"/>
                  <a:pt x="3863024" y="690880"/>
                </a:cubicBezTo>
                <a:cubicBezTo>
                  <a:pt x="3852864" y="589280"/>
                  <a:pt x="3852033" y="486310"/>
                  <a:pt x="3832544" y="386080"/>
                </a:cubicBezTo>
                <a:cubicBezTo>
                  <a:pt x="3821494" y="329252"/>
                  <a:pt x="3774018" y="320686"/>
                  <a:pt x="3741104" y="284480"/>
                </a:cubicBezTo>
                <a:cubicBezTo>
                  <a:pt x="3679181" y="216365"/>
                  <a:pt x="3711950" y="216188"/>
                  <a:pt x="3639504" y="172720"/>
                </a:cubicBezTo>
                <a:cubicBezTo>
                  <a:pt x="3623865" y="163337"/>
                  <a:pt x="3605016" y="160556"/>
                  <a:pt x="3588704" y="152400"/>
                </a:cubicBezTo>
                <a:cubicBezTo>
                  <a:pt x="3571041" y="143569"/>
                  <a:pt x="3556239" y="129254"/>
                  <a:pt x="3537904" y="121920"/>
                </a:cubicBezTo>
                <a:cubicBezTo>
                  <a:pt x="3462746" y="91857"/>
                  <a:pt x="3394386" y="82972"/>
                  <a:pt x="3314384" y="71120"/>
                </a:cubicBezTo>
                <a:cubicBezTo>
                  <a:pt x="2917689" y="12350"/>
                  <a:pt x="3364270" y="79896"/>
                  <a:pt x="3050224" y="40640"/>
                </a:cubicBezTo>
                <a:cubicBezTo>
                  <a:pt x="2697667" y="-3430"/>
                  <a:pt x="2967183" y="20185"/>
                  <a:pt x="2704784" y="0"/>
                </a:cubicBezTo>
                <a:lnTo>
                  <a:pt x="428944" y="10160"/>
                </a:lnTo>
                <a:cubicBezTo>
                  <a:pt x="395597" y="10876"/>
                  <a:pt x="368735" y="39088"/>
                  <a:pt x="337504" y="50800"/>
                </a:cubicBezTo>
                <a:cubicBezTo>
                  <a:pt x="314419" y="59457"/>
                  <a:pt x="289555" y="62694"/>
                  <a:pt x="266384" y="71120"/>
                </a:cubicBezTo>
                <a:cubicBezTo>
                  <a:pt x="223175" y="86832"/>
                  <a:pt x="200548" y="110450"/>
                  <a:pt x="164784" y="142240"/>
                </a:cubicBezTo>
                <a:cubicBezTo>
                  <a:pt x="132533" y="170908"/>
                  <a:pt x="138841" y="163646"/>
                  <a:pt x="124144" y="193040"/>
                </a:cubicBezTo>
              </a:path>
            </a:pathLst>
          </a:cu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任意多边形: 形状 10">
            <a:extLst>
              <a:ext uri="{FF2B5EF4-FFF2-40B4-BE49-F238E27FC236}">
                <a16:creationId xmlns:a16="http://schemas.microsoft.com/office/drawing/2014/main" id="{C5FAB8B7-0D4F-9C3C-E9CC-F6F66AA3B8FD}"/>
              </a:ext>
            </a:extLst>
          </p:cNvPr>
          <p:cNvSpPr/>
          <p:nvPr/>
        </p:nvSpPr>
        <p:spPr>
          <a:xfrm>
            <a:off x="7721600" y="1930400"/>
            <a:ext cx="3582208" cy="1723624"/>
          </a:xfrm>
          <a:custGeom>
            <a:avLst/>
            <a:gdLst>
              <a:gd name="connsiteX0" fmla="*/ 599440 w 3582208"/>
              <a:gd name="connsiteY0" fmla="*/ 71120 h 1723624"/>
              <a:gd name="connsiteX1" fmla="*/ 406400 w 3582208"/>
              <a:gd name="connsiteY1" fmla="*/ 81280 h 1723624"/>
              <a:gd name="connsiteX2" fmla="*/ 182880 w 3582208"/>
              <a:gd name="connsiteY2" fmla="*/ 162560 h 1723624"/>
              <a:gd name="connsiteX3" fmla="*/ 60960 w 3582208"/>
              <a:gd name="connsiteY3" fmla="*/ 294640 h 1723624"/>
              <a:gd name="connsiteX4" fmla="*/ 0 w 3582208"/>
              <a:gd name="connsiteY4" fmla="*/ 548640 h 1723624"/>
              <a:gd name="connsiteX5" fmla="*/ 20320 w 3582208"/>
              <a:gd name="connsiteY5" fmla="*/ 1229360 h 1723624"/>
              <a:gd name="connsiteX6" fmla="*/ 71120 w 3582208"/>
              <a:gd name="connsiteY6" fmla="*/ 1351280 h 1723624"/>
              <a:gd name="connsiteX7" fmla="*/ 152400 w 3582208"/>
              <a:gd name="connsiteY7" fmla="*/ 1483360 h 1723624"/>
              <a:gd name="connsiteX8" fmla="*/ 254000 w 3582208"/>
              <a:gd name="connsiteY8" fmla="*/ 1534160 h 1723624"/>
              <a:gd name="connsiteX9" fmla="*/ 386080 w 3582208"/>
              <a:gd name="connsiteY9" fmla="*/ 1584960 h 1723624"/>
              <a:gd name="connsiteX10" fmla="*/ 477520 w 3582208"/>
              <a:gd name="connsiteY10" fmla="*/ 1595120 h 1723624"/>
              <a:gd name="connsiteX11" fmla="*/ 711200 w 3582208"/>
              <a:gd name="connsiteY11" fmla="*/ 1635760 h 1723624"/>
              <a:gd name="connsiteX12" fmla="*/ 1290320 w 3582208"/>
              <a:gd name="connsiteY12" fmla="*/ 1676400 h 1723624"/>
              <a:gd name="connsiteX13" fmla="*/ 2600960 w 3582208"/>
              <a:gd name="connsiteY13" fmla="*/ 1676400 h 1723624"/>
              <a:gd name="connsiteX14" fmla="*/ 2743200 w 3582208"/>
              <a:gd name="connsiteY14" fmla="*/ 1635760 h 1723624"/>
              <a:gd name="connsiteX15" fmla="*/ 2966720 w 3582208"/>
              <a:gd name="connsiteY15" fmla="*/ 1605280 h 1723624"/>
              <a:gd name="connsiteX16" fmla="*/ 3108960 w 3582208"/>
              <a:gd name="connsiteY16" fmla="*/ 1584960 h 1723624"/>
              <a:gd name="connsiteX17" fmla="*/ 3413760 w 3582208"/>
              <a:gd name="connsiteY17" fmla="*/ 1341120 h 1723624"/>
              <a:gd name="connsiteX18" fmla="*/ 3495040 w 3582208"/>
              <a:gd name="connsiteY18" fmla="*/ 1178560 h 1723624"/>
              <a:gd name="connsiteX19" fmla="*/ 3556000 w 3582208"/>
              <a:gd name="connsiteY19" fmla="*/ 985520 h 1723624"/>
              <a:gd name="connsiteX20" fmla="*/ 3545840 w 3582208"/>
              <a:gd name="connsiteY20" fmla="*/ 375920 h 1723624"/>
              <a:gd name="connsiteX21" fmla="*/ 3495040 w 3582208"/>
              <a:gd name="connsiteY21" fmla="*/ 243840 h 1723624"/>
              <a:gd name="connsiteX22" fmla="*/ 3454400 w 3582208"/>
              <a:gd name="connsiteY22" fmla="*/ 172720 h 1723624"/>
              <a:gd name="connsiteX23" fmla="*/ 3342640 w 3582208"/>
              <a:gd name="connsiteY23" fmla="*/ 132080 h 1723624"/>
              <a:gd name="connsiteX24" fmla="*/ 2987040 w 3582208"/>
              <a:gd name="connsiteY24" fmla="*/ 60960 h 1723624"/>
              <a:gd name="connsiteX25" fmla="*/ 2804160 w 3582208"/>
              <a:gd name="connsiteY25" fmla="*/ 40640 h 1723624"/>
              <a:gd name="connsiteX26" fmla="*/ 2580640 w 3582208"/>
              <a:gd name="connsiteY26" fmla="*/ 20320 h 1723624"/>
              <a:gd name="connsiteX27" fmla="*/ 1960880 w 3582208"/>
              <a:gd name="connsiteY27" fmla="*/ 0 h 1723624"/>
              <a:gd name="connsiteX28" fmla="*/ 568960 w 3582208"/>
              <a:gd name="connsiteY28" fmla="*/ 10160 h 1723624"/>
              <a:gd name="connsiteX29" fmla="*/ 538480 w 3582208"/>
              <a:gd name="connsiteY29" fmla="*/ 20320 h 1723624"/>
              <a:gd name="connsiteX30" fmla="*/ 467360 w 3582208"/>
              <a:gd name="connsiteY30" fmla="*/ 71120 h 1723624"/>
              <a:gd name="connsiteX31" fmla="*/ 426720 w 3582208"/>
              <a:gd name="connsiteY31" fmla="*/ 101600 h 17236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3582208" h="1723624">
                <a:moveTo>
                  <a:pt x="599440" y="71120"/>
                </a:moveTo>
                <a:cubicBezTo>
                  <a:pt x="535093" y="74507"/>
                  <a:pt x="470442" y="74164"/>
                  <a:pt x="406400" y="81280"/>
                </a:cubicBezTo>
                <a:cubicBezTo>
                  <a:pt x="332530" y="89488"/>
                  <a:pt x="244666" y="136080"/>
                  <a:pt x="182880" y="162560"/>
                </a:cubicBezTo>
                <a:cubicBezTo>
                  <a:pt x="163714" y="181726"/>
                  <a:pt x="77477" y="263670"/>
                  <a:pt x="60960" y="294640"/>
                </a:cubicBezTo>
                <a:cubicBezTo>
                  <a:pt x="28633" y="355254"/>
                  <a:pt x="9656" y="497144"/>
                  <a:pt x="0" y="548640"/>
                </a:cubicBezTo>
                <a:cubicBezTo>
                  <a:pt x="6773" y="775547"/>
                  <a:pt x="284" y="1003238"/>
                  <a:pt x="20320" y="1229360"/>
                </a:cubicBezTo>
                <a:cubicBezTo>
                  <a:pt x="24206" y="1273215"/>
                  <a:pt x="49277" y="1313054"/>
                  <a:pt x="71120" y="1351280"/>
                </a:cubicBezTo>
                <a:cubicBezTo>
                  <a:pt x="86454" y="1378115"/>
                  <a:pt x="130086" y="1458256"/>
                  <a:pt x="152400" y="1483360"/>
                </a:cubicBezTo>
                <a:cubicBezTo>
                  <a:pt x="185891" y="1521037"/>
                  <a:pt x="207693" y="1515637"/>
                  <a:pt x="254000" y="1534160"/>
                </a:cubicBezTo>
                <a:cubicBezTo>
                  <a:pt x="331227" y="1565051"/>
                  <a:pt x="263618" y="1557746"/>
                  <a:pt x="386080" y="1584960"/>
                </a:cubicBezTo>
                <a:cubicBezTo>
                  <a:pt x="416017" y="1591613"/>
                  <a:pt x="447040" y="1591733"/>
                  <a:pt x="477520" y="1595120"/>
                </a:cubicBezTo>
                <a:cubicBezTo>
                  <a:pt x="642410" y="1644587"/>
                  <a:pt x="517646" y="1615022"/>
                  <a:pt x="711200" y="1635760"/>
                </a:cubicBezTo>
                <a:cubicBezTo>
                  <a:pt x="1133915" y="1681051"/>
                  <a:pt x="453519" y="1636552"/>
                  <a:pt x="1290320" y="1676400"/>
                </a:cubicBezTo>
                <a:cubicBezTo>
                  <a:pt x="1843630" y="1745564"/>
                  <a:pt x="1641321" y="1732849"/>
                  <a:pt x="2600960" y="1676400"/>
                </a:cubicBezTo>
                <a:cubicBezTo>
                  <a:pt x="2650186" y="1673504"/>
                  <a:pt x="2695251" y="1647268"/>
                  <a:pt x="2743200" y="1635760"/>
                </a:cubicBezTo>
                <a:cubicBezTo>
                  <a:pt x="2856410" y="1608590"/>
                  <a:pt x="2852178" y="1619025"/>
                  <a:pt x="2966720" y="1605280"/>
                </a:cubicBezTo>
                <a:cubicBezTo>
                  <a:pt x="3014274" y="1599574"/>
                  <a:pt x="3061547" y="1591733"/>
                  <a:pt x="3108960" y="1584960"/>
                </a:cubicBezTo>
                <a:cubicBezTo>
                  <a:pt x="3236622" y="1501980"/>
                  <a:pt x="3331203" y="1464956"/>
                  <a:pt x="3413760" y="1341120"/>
                </a:cubicBezTo>
                <a:cubicBezTo>
                  <a:pt x="3447365" y="1290712"/>
                  <a:pt x="3472540" y="1234809"/>
                  <a:pt x="3495040" y="1178560"/>
                </a:cubicBezTo>
                <a:cubicBezTo>
                  <a:pt x="3520101" y="1115907"/>
                  <a:pt x="3535680" y="1049867"/>
                  <a:pt x="3556000" y="985520"/>
                </a:cubicBezTo>
                <a:cubicBezTo>
                  <a:pt x="3595476" y="709188"/>
                  <a:pt x="3588963" y="824394"/>
                  <a:pt x="3545840" y="375920"/>
                </a:cubicBezTo>
                <a:cubicBezTo>
                  <a:pt x="3543732" y="354002"/>
                  <a:pt x="3502205" y="258171"/>
                  <a:pt x="3495040" y="243840"/>
                </a:cubicBezTo>
                <a:cubicBezTo>
                  <a:pt x="3482829" y="219418"/>
                  <a:pt x="3476418" y="188867"/>
                  <a:pt x="3454400" y="172720"/>
                </a:cubicBezTo>
                <a:cubicBezTo>
                  <a:pt x="3422434" y="149278"/>
                  <a:pt x="3380694" y="143179"/>
                  <a:pt x="3342640" y="132080"/>
                </a:cubicBezTo>
                <a:cubicBezTo>
                  <a:pt x="3261178" y="108320"/>
                  <a:pt x="3046509" y="69880"/>
                  <a:pt x="2987040" y="60960"/>
                </a:cubicBezTo>
                <a:cubicBezTo>
                  <a:pt x="2926383" y="51862"/>
                  <a:pt x="2865191" y="46743"/>
                  <a:pt x="2804160" y="40640"/>
                </a:cubicBezTo>
                <a:cubicBezTo>
                  <a:pt x="2729717" y="33196"/>
                  <a:pt x="2655272" y="25527"/>
                  <a:pt x="2580640" y="20320"/>
                </a:cubicBezTo>
                <a:cubicBezTo>
                  <a:pt x="2404449" y="8028"/>
                  <a:pt x="2110109" y="3731"/>
                  <a:pt x="1960880" y="0"/>
                </a:cubicBezTo>
                <a:lnTo>
                  <a:pt x="568960" y="10160"/>
                </a:lnTo>
                <a:cubicBezTo>
                  <a:pt x="558252" y="10313"/>
                  <a:pt x="548324" y="16101"/>
                  <a:pt x="538480" y="20320"/>
                </a:cubicBezTo>
                <a:cubicBezTo>
                  <a:pt x="479431" y="45627"/>
                  <a:pt x="513822" y="31296"/>
                  <a:pt x="467360" y="71120"/>
                </a:cubicBezTo>
                <a:cubicBezTo>
                  <a:pt x="454503" y="82140"/>
                  <a:pt x="426720" y="101600"/>
                  <a:pt x="426720" y="101600"/>
                </a:cubicBezTo>
              </a:path>
            </a:pathLst>
          </a:custGeom>
          <a:ln>
            <a:solidFill>
              <a:srgbClr val="00B050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DEED893-1E2A-8DB6-302F-43CE197CEAF4}"/>
              </a:ext>
            </a:extLst>
          </p:cNvPr>
          <p:cNvSpPr txBox="1"/>
          <p:nvPr/>
        </p:nvSpPr>
        <p:spPr>
          <a:xfrm>
            <a:off x="538480" y="41333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公式</a:t>
            </a:r>
            <a:r>
              <a:rPr lang="en-US" altLang="zh-CN" dirty="0">
                <a:solidFill>
                  <a:srgbClr val="C00000"/>
                </a:solidFill>
              </a:rPr>
              <a:t>2</a:t>
            </a:r>
            <a:r>
              <a:rPr lang="zh-CN" altLang="en-US" dirty="0">
                <a:solidFill>
                  <a:srgbClr val="C00000"/>
                </a:solidFill>
              </a:rPr>
              <a:t>：</a:t>
            </a:r>
            <a:r>
              <a:rPr lang="zh-CN" altLang="en-US" b="1" dirty="0">
                <a:solidFill>
                  <a:srgbClr val="C00000"/>
                </a:solidFill>
              </a:rPr>
              <a:t>能聊的可以写，不能聊不写</a:t>
            </a:r>
            <a:endParaRPr lang="en-US" altLang="zh-CN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8393605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4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repeatCount="3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1" grpId="0" animBg="1"/>
      <p:bldP spid="1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6C5599CC-E928-37ED-4055-A97EED3BA7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197" y="956241"/>
            <a:ext cx="11060481" cy="649039"/>
          </a:xfrm>
        </p:spPr>
        <p:txBody>
          <a:bodyPr/>
          <a:lstStyle/>
          <a:p>
            <a:r>
              <a:rPr lang="zh-CN" altLang="en-US" sz="2000" b="1" dirty="0"/>
              <a:t>职业技能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1A7FD14C-9DDA-736C-00B1-B59B6A0AB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基本组成</a:t>
            </a:r>
          </a:p>
        </p:txBody>
      </p:sp>
      <p:sp>
        <p:nvSpPr>
          <p:cNvPr id="4" name="内容占位符 1">
            <a:extLst>
              <a:ext uri="{FF2B5EF4-FFF2-40B4-BE49-F238E27FC236}">
                <a16:creationId xmlns:a16="http://schemas.microsoft.com/office/drawing/2014/main" id="{1FB4BCA8-4EDE-7995-E7C1-89A983E8043F}"/>
              </a:ext>
            </a:extLst>
          </p:cNvPr>
          <p:cNvSpPr txBox="1">
            <a:spLocks/>
          </p:cNvSpPr>
          <p:nvPr/>
        </p:nvSpPr>
        <p:spPr>
          <a:xfrm>
            <a:off x="576197" y="1626801"/>
            <a:ext cx="10701403" cy="5058479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熟练掌握</a:t>
            </a:r>
            <a:r>
              <a:rPr lang="en-US" altLang="zh-CN" dirty="0"/>
              <a:t>Java</a:t>
            </a:r>
            <a:r>
              <a:rPr lang="zh-CN" altLang="en-US" dirty="0"/>
              <a:t>语言、精通</a:t>
            </a:r>
            <a:r>
              <a:rPr lang="en-US" altLang="zh-CN" dirty="0"/>
              <a:t>Java</a:t>
            </a:r>
            <a:r>
              <a:rPr lang="zh-CN" altLang="en-US" dirty="0"/>
              <a:t>语法，常见集合、多线程。</a:t>
            </a:r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熟练掌握</a:t>
            </a:r>
            <a:r>
              <a:rPr lang="en-US" altLang="zh-CN" dirty="0"/>
              <a:t>Spring</a:t>
            </a:r>
            <a:r>
              <a:rPr lang="zh-CN" altLang="en-US" dirty="0"/>
              <a:t>全家桶，包含</a:t>
            </a:r>
            <a:r>
              <a:rPr lang="en-US" altLang="zh-CN" dirty="0"/>
              <a:t>Spring</a:t>
            </a:r>
            <a:r>
              <a:rPr lang="zh-CN" altLang="en-US" dirty="0"/>
              <a:t>、</a:t>
            </a:r>
            <a:r>
              <a:rPr lang="en-US" altLang="zh-CN" dirty="0" err="1"/>
              <a:t>SpringMVC</a:t>
            </a:r>
            <a:r>
              <a:rPr lang="zh-CN" altLang="en-US" dirty="0"/>
              <a:t>、</a:t>
            </a:r>
            <a:r>
              <a:rPr lang="en-US" altLang="zh-CN" dirty="0" err="1"/>
              <a:t>SpringBoot</a:t>
            </a:r>
            <a:r>
              <a:rPr lang="zh-CN" altLang="en-US" dirty="0"/>
              <a:t>、</a:t>
            </a:r>
            <a:r>
              <a:rPr lang="en-US" altLang="zh-CN" dirty="0" err="1"/>
              <a:t>SpringCloud</a:t>
            </a:r>
            <a:r>
              <a:rPr lang="zh-CN" altLang="en-US" dirty="0"/>
              <a:t>。</a:t>
            </a:r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熟练掌握持久层框架，包含</a:t>
            </a:r>
            <a:r>
              <a:rPr lang="en-US" altLang="zh-CN" dirty="0" err="1"/>
              <a:t>MyBatis</a:t>
            </a:r>
            <a:r>
              <a:rPr lang="zh-CN" altLang="en-US" dirty="0"/>
              <a:t>、</a:t>
            </a:r>
            <a:r>
              <a:rPr lang="en-US" altLang="zh-CN" dirty="0" err="1"/>
              <a:t>MyBatis</a:t>
            </a:r>
            <a:r>
              <a:rPr lang="en-US" altLang="zh-CN" dirty="0"/>
              <a:t>-Plus</a:t>
            </a:r>
            <a:r>
              <a:rPr lang="zh-CN" altLang="en-US" dirty="0"/>
              <a:t>。</a:t>
            </a:r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熟练掌握</a:t>
            </a:r>
            <a:r>
              <a:rPr lang="en-US" altLang="zh-CN" dirty="0"/>
              <a:t>MySQL</a:t>
            </a:r>
            <a:r>
              <a:rPr lang="zh-CN" altLang="en-US" dirty="0"/>
              <a:t>、</a:t>
            </a:r>
            <a:r>
              <a:rPr lang="en-US" altLang="zh-CN" dirty="0"/>
              <a:t>Oracle</a:t>
            </a:r>
            <a:r>
              <a:rPr lang="zh-CN" altLang="en-US" dirty="0"/>
              <a:t>等数据库。</a:t>
            </a:r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熟练使用</a:t>
            </a:r>
            <a:r>
              <a:rPr lang="en-US" altLang="zh-CN" dirty="0"/>
              <a:t>Redis</a:t>
            </a:r>
            <a:r>
              <a:rPr lang="zh-CN" altLang="en-US" dirty="0"/>
              <a:t>、</a:t>
            </a:r>
            <a:r>
              <a:rPr lang="en-US" altLang="zh-CN" dirty="0"/>
              <a:t>MongoDB</a:t>
            </a:r>
            <a:r>
              <a:rPr lang="zh-CN" altLang="en-US" dirty="0"/>
              <a:t>等非关系型数据库。</a:t>
            </a:r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熟练掌握</a:t>
            </a:r>
            <a:r>
              <a:rPr lang="en-US" altLang="zh-CN" dirty="0"/>
              <a:t>Nginx</a:t>
            </a:r>
            <a:r>
              <a:rPr lang="zh-CN" altLang="en-US" dirty="0"/>
              <a:t>反向代理服务器以及</a:t>
            </a:r>
            <a:r>
              <a:rPr lang="en-US" altLang="zh-CN" dirty="0"/>
              <a:t>Tomcat</a:t>
            </a:r>
            <a:r>
              <a:rPr lang="zh-CN" altLang="en-US" dirty="0"/>
              <a:t>服务器。</a:t>
            </a:r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熟练运用</a:t>
            </a:r>
            <a:r>
              <a:rPr lang="en-US" altLang="zh-CN" dirty="0"/>
              <a:t>RabbitMQ</a:t>
            </a:r>
            <a:r>
              <a:rPr lang="zh-CN" altLang="en-US" dirty="0"/>
              <a:t>、</a:t>
            </a:r>
            <a:r>
              <a:rPr lang="en-US" altLang="zh-CN" dirty="0"/>
              <a:t>Kafka</a:t>
            </a:r>
            <a:r>
              <a:rPr lang="zh-CN" altLang="en-US" dirty="0"/>
              <a:t>等主流消息中间件。 </a:t>
            </a:r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熟练掌握</a:t>
            </a:r>
            <a:r>
              <a:rPr lang="en-US" altLang="zh-CN" dirty="0"/>
              <a:t>Git</a:t>
            </a:r>
            <a:r>
              <a:rPr lang="zh-CN" altLang="en-US" dirty="0"/>
              <a:t>、</a:t>
            </a:r>
            <a:r>
              <a:rPr lang="en-US" altLang="zh-CN" dirty="0"/>
              <a:t>Maven</a:t>
            </a:r>
            <a:r>
              <a:rPr lang="zh-CN" altLang="en-US" dirty="0"/>
              <a:t>等项目管理工具。</a:t>
            </a:r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熟悉前端技术栈，包括</a:t>
            </a:r>
            <a:r>
              <a:rPr lang="en-US" altLang="zh-CN" dirty="0"/>
              <a:t>HTML</a:t>
            </a:r>
            <a:r>
              <a:rPr lang="zh-CN" altLang="en-US" dirty="0"/>
              <a:t>、</a:t>
            </a:r>
            <a:r>
              <a:rPr lang="en-US" altLang="zh-CN" dirty="0"/>
              <a:t>CSS</a:t>
            </a:r>
            <a:r>
              <a:rPr lang="zh-CN" altLang="en-US" dirty="0"/>
              <a:t>、</a:t>
            </a:r>
            <a:r>
              <a:rPr lang="en-US" altLang="zh-CN" dirty="0"/>
              <a:t>JavaScript</a:t>
            </a:r>
            <a:r>
              <a:rPr lang="zh-CN" altLang="en-US" dirty="0"/>
              <a:t>，以及</a:t>
            </a:r>
            <a:r>
              <a:rPr lang="en-US" altLang="zh-CN" dirty="0"/>
              <a:t>Vue3</a:t>
            </a:r>
            <a:r>
              <a:rPr lang="zh-CN" altLang="en-US" dirty="0"/>
              <a:t>框架与</a:t>
            </a:r>
            <a:r>
              <a:rPr lang="en-US" altLang="zh-CN" dirty="0"/>
              <a:t>Element Plus UI</a:t>
            </a:r>
            <a:r>
              <a:rPr lang="zh-CN" altLang="en-US" dirty="0"/>
              <a:t>库。</a:t>
            </a:r>
          </a:p>
          <a:p>
            <a:pPr marL="342900" indent="-342900">
              <a:buFont typeface="+mj-lt"/>
              <a:buAutoNum type="arabicPeriod"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09505604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098703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Normal&quot;,&quot;Name&quot;:&quot;正常&quot;,&quot;Kind&quot;:&quot;System&quot;,&quot;OldGuidesSetting&quot;:{&quot;HeaderHeight&quot;:15.0,&quot;FooterHeight&quot;:9.0,&quot;SideMargin&quot;:5.5,&quot;TopMargin&quot;:0.0,&quot;BottomMargin&quot;:0.0,&quot;IntervalMargin&quot;:1.5}}"/>
  <p:tag name="ISLIDE.THEME" val="#782110"/>
  <p:tag name="ISLIDE.TEMPLATE" val="1f6b6247-00f9-4185-bb3e-6a09396f8e3b"/>
</p:tagLst>
</file>

<file path=ppt/theme/theme1.xml><?xml version="1.0" encoding="utf-8"?>
<a:theme xmlns:a="http://schemas.openxmlformats.org/drawingml/2006/main" name="内容模板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传智播客">
      <a:majorFont>
        <a:latin typeface="Source Code Pro Black"/>
        <a:ea typeface="阿里巴巴普惠体 Heavy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Default.potx" id="{1D9758C4-BF53-48D5-9F51-21F468A6C710}" vid="{F0E1EFAF-5478-48F0-8152-DA9350739AFC}"/>
    </a:ext>
  </a:extLst>
</a:theme>
</file>

<file path=ppt/theme/theme2.xml><?xml version="1.0" encoding="utf-8"?>
<a:theme xmlns:a="http://schemas.openxmlformats.org/drawingml/2006/main" name="封面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Source Code Pro Black"/>
        <a:ea typeface="阿里巴巴普惠体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章节目录模板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传智播客">
      <a:majorFont>
        <a:latin typeface="Source Code Pro Black"/>
        <a:ea typeface="阿里巴巴普惠体 Heavy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小结思考模板2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Source Code Pro Black"/>
        <a:ea typeface="阿里巴巴普惠体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小结思考模板2">
  <a:themeElements>
    <a:clrScheme name="自定义 11">
      <a:dk1>
        <a:srgbClr val="363C3B"/>
      </a:dk1>
      <a:lt1>
        <a:srgbClr val="FFFFFF"/>
      </a:lt1>
      <a:dk2>
        <a:srgbClr val="49504F"/>
      </a:dk2>
      <a:lt2>
        <a:srgbClr val="FFFFE4"/>
      </a:lt2>
      <a:accent1>
        <a:srgbClr val="AD2B26"/>
      </a:accent1>
      <a:accent2>
        <a:srgbClr val="49504F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Source Code Pro Black"/>
        <a:ea typeface="阿里巴巴普惠体"/>
        <a:cs typeface=""/>
      </a:majorFont>
      <a:minorFont>
        <a:latin typeface="Source Code Pro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Seven</Template>
  <TotalTime>13774</TotalTime>
  <Words>567</Words>
  <Application>Microsoft Office PowerPoint</Application>
  <PresentationFormat>宽屏</PresentationFormat>
  <Paragraphs>66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10</vt:i4>
      </vt:variant>
    </vt:vector>
  </HeadingPairs>
  <TitlesOfParts>
    <vt:vector size="26" baseType="lpstr">
      <vt:lpstr>Alibaba PuHuiTi B</vt:lpstr>
      <vt:lpstr>Alibaba PuHuiTi Regular</vt:lpstr>
      <vt:lpstr>-apple-system</vt:lpstr>
      <vt:lpstr>阿里巴巴普惠体 Heavy</vt:lpstr>
      <vt:lpstr>阿里巴巴普惠体 Medium</vt:lpstr>
      <vt:lpstr>等线</vt:lpstr>
      <vt:lpstr>楷体</vt:lpstr>
      <vt:lpstr>Arial</vt:lpstr>
      <vt:lpstr>Calisto MT</vt:lpstr>
      <vt:lpstr>Source Code Pro</vt:lpstr>
      <vt:lpstr>Wingdings</vt:lpstr>
      <vt:lpstr>内容模板</vt:lpstr>
      <vt:lpstr>封面</vt:lpstr>
      <vt:lpstr>章节目录模板</vt:lpstr>
      <vt:lpstr>小结思考模板2</vt:lpstr>
      <vt:lpstr>1_小结思考模板2</vt:lpstr>
      <vt:lpstr>就业指导课</vt:lpstr>
      <vt:lpstr>PowerPoint 演示文稿</vt:lpstr>
      <vt:lpstr>PowerPoint 演示文稿</vt:lpstr>
      <vt:lpstr>基本组成</vt:lpstr>
      <vt:lpstr>基本组成</vt:lpstr>
      <vt:lpstr>基本组成</vt:lpstr>
      <vt:lpstr>基本组成</vt:lpstr>
      <vt:lpstr>基本组成</vt:lpstr>
      <vt:lpstr>基本组成</vt:lpstr>
      <vt:lpstr>PowerPoint 演示文稿</vt:lpstr>
    </vt:vector>
  </TitlesOfParts>
  <Manager>iSlide</Manager>
  <Company>iSlide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Seven</dc:creator>
  <cp:lastModifiedBy>hongbo yu</cp:lastModifiedBy>
  <cp:revision>1132</cp:revision>
  <cp:lastPrinted>2022-05-29T16:00:00Z</cp:lastPrinted>
  <dcterms:created xsi:type="dcterms:W3CDTF">2022-05-29T16:00:00Z</dcterms:created>
  <dcterms:modified xsi:type="dcterms:W3CDTF">2025-11-24T02:20:04Z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EMPLATE">
    <vt:lpwstr>1f6b6247-00f9-4185-bb3e-6a09396f8e3b</vt:lpwstr>
  </property>
</Properties>
</file>